
<file path=[Content_Types].xml><?xml version="1.0" encoding="utf-8"?>
<Types xmlns="http://schemas.openxmlformats.org/package/2006/content-types">
  <Default Extension="1" ContentType="image/jpeg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5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1"/><Relationship Id="rId2" Type="http://schemas.openxmlformats.org/officeDocument/2006/relationships/image" Target="../media/image2.jpg"/><Relationship Id="rId1" Type="http://schemas.openxmlformats.org/officeDocument/2006/relationships/image" Target="../media/image1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1"/><Relationship Id="rId2" Type="http://schemas.openxmlformats.org/officeDocument/2006/relationships/image" Target="../media/image2.jpg"/><Relationship Id="rId1" Type="http://schemas.openxmlformats.org/officeDocument/2006/relationships/image" Target="../media/image1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5EEADA-F276-4697-8439-37901C5C224A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9BE88A-95D3-481D-B65D-99CC2C91B6FA}">
      <dgm:prSet custT="1"/>
      <dgm:spPr/>
      <dgm:t>
        <a:bodyPr/>
        <a:lstStyle/>
        <a:p>
          <a:r>
            <a:rPr lang="en-US" sz="1800" dirty="0"/>
            <a:t>All sales personnel must wear clean formal attire from Monday to Friday.  </a:t>
          </a:r>
          <a:endParaRPr lang="en-IN" sz="1800" dirty="0"/>
        </a:p>
      </dgm:t>
    </dgm:pt>
    <dgm:pt modelId="{2DE2675F-0449-4969-9897-714E4B918E68}" type="parTrans" cxnId="{AC0F4272-12C6-4AA4-BC73-0272BF118FCB}">
      <dgm:prSet/>
      <dgm:spPr/>
      <dgm:t>
        <a:bodyPr/>
        <a:lstStyle/>
        <a:p>
          <a:endParaRPr lang="en-IN"/>
        </a:p>
      </dgm:t>
    </dgm:pt>
    <dgm:pt modelId="{CFE91D55-E3E5-41FA-B6D9-7DDAAF55E99A}" type="sibTrans" cxnId="{AC0F4272-12C6-4AA4-BC73-0272BF118FCB}">
      <dgm:prSet/>
      <dgm:spPr/>
      <dgm:t>
        <a:bodyPr/>
        <a:lstStyle/>
        <a:p>
          <a:endParaRPr lang="en-IN"/>
        </a:p>
      </dgm:t>
    </dgm:pt>
    <dgm:pt modelId="{43840E1B-4FB4-44AC-BDD2-610DBC9997BD}">
      <dgm:prSet custT="1"/>
      <dgm:spPr/>
      <dgm:t>
        <a:bodyPr/>
        <a:lstStyle/>
        <a:p>
          <a:r>
            <a:rPr lang="en-US" sz="1800" dirty="0"/>
            <a:t>Punctuality should be maintained for appointments, as this is currently not being followed.  </a:t>
          </a:r>
          <a:endParaRPr lang="en-IN" sz="1800" dirty="0"/>
        </a:p>
      </dgm:t>
    </dgm:pt>
    <dgm:pt modelId="{6E4FC471-7314-440A-BD1D-3D2C0720D99E}" type="parTrans" cxnId="{E9FD3DE7-B09B-41A1-BCCB-1D40956FF064}">
      <dgm:prSet/>
      <dgm:spPr/>
      <dgm:t>
        <a:bodyPr/>
        <a:lstStyle/>
        <a:p>
          <a:endParaRPr lang="en-IN"/>
        </a:p>
      </dgm:t>
    </dgm:pt>
    <dgm:pt modelId="{AC4470DB-D08A-4A74-9EBC-0DA51F32E702}" type="sibTrans" cxnId="{E9FD3DE7-B09B-41A1-BCCB-1D40956FF064}">
      <dgm:prSet/>
      <dgm:spPr/>
      <dgm:t>
        <a:bodyPr/>
        <a:lstStyle/>
        <a:p>
          <a:endParaRPr lang="en-IN"/>
        </a:p>
      </dgm:t>
    </dgm:pt>
    <dgm:pt modelId="{94E0BDA8-2D09-490D-BC17-9F51BA32AE19}">
      <dgm:prSet custT="1"/>
      <dgm:spPr/>
      <dgm:t>
        <a:bodyPr/>
        <a:lstStyle/>
        <a:p>
          <a:r>
            <a:rPr lang="en-US" sz="1800" dirty="0"/>
            <a:t>Sales teams must leave for the field promptly at 11:00 AM.  </a:t>
          </a:r>
          <a:endParaRPr lang="en-IN" sz="1800" dirty="0"/>
        </a:p>
      </dgm:t>
    </dgm:pt>
    <dgm:pt modelId="{DDD7B0C5-4877-4C66-B865-73B627EE1CDA}" type="parTrans" cxnId="{C8DFE27A-103D-4330-B2F6-88189717BFAC}">
      <dgm:prSet/>
      <dgm:spPr/>
      <dgm:t>
        <a:bodyPr/>
        <a:lstStyle/>
        <a:p>
          <a:endParaRPr lang="en-IN"/>
        </a:p>
      </dgm:t>
    </dgm:pt>
    <dgm:pt modelId="{59203DF0-7185-4400-8EB3-E37134E3088C}" type="sibTrans" cxnId="{C8DFE27A-103D-4330-B2F6-88189717BFAC}">
      <dgm:prSet/>
      <dgm:spPr/>
      <dgm:t>
        <a:bodyPr/>
        <a:lstStyle/>
        <a:p>
          <a:endParaRPr lang="en-IN"/>
        </a:p>
      </dgm:t>
    </dgm:pt>
    <dgm:pt modelId="{C9698020-4231-4556-8B2F-9F6564293876}">
      <dgm:prSet custT="1"/>
      <dgm:spPr/>
      <dgm:t>
        <a:bodyPr/>
        <a:lstStyle/>
        <a:p>
          <a:r>
            <a:rPr lang="en-US" sz="1800" dirty="0"/>
            <a:t>Complaints must be addressed immediately and resolved within three days.  </a:t>
          </a:r>
          <a:endParaRPr lang="en-IN" sz="1800" dirty="0"/>
        </a:p>
      </dgm:t>
    </dgm:pt>
    <dgm:pt modelId="{14D02FD9-2AD4-40D0-AE8C-C702EC462328}" type="parTrans" cxnId="{11BCD4E1-70A1-4C07-87E7-85A7BC448813}">
      <dgm:prSet/>
      <dgm:spPr/>
      <dgm:t>
        <a:bodyPr/>
        <a:lstStyle/>
        <a:p>
          <a:endParaRPr lang="en-IN"/>
        </a:p>
      </dgm:t>
    </dgm:pt>
    <dgm:pt modelId="{C1A105BD-50EB-41C7-8B13-7C1685D5B993}" type="sibTrans" cxnId="{11BCD4E1-70A1-4C07-87E7-85A7BC448813}">
      <dgm:prSet/>
      <dgm:spPr/>
      <dgm:t>
        <a:bodyPr/>
        <a:lstStyle/>
        <a:p>
          <a:endParaRPr lang="en-IN"/>
        </a:p>
      </dgm:t>
    </dgm:pt>
    <dgm:pt modelId="{6BAC2D4B-58F2-4998-BB9F-793B59AF7A15}">
      <dgm:prSet custT="1"/>
      <dgm:spPr/>
      <dgm:t>
        <a:bodyPr/>
        <a:lstStyle/>
        <a:p>
          <a:r>
            <a:rPr lang="en-US" sz="1800" dirty="0"/>
            <a:t>Customers should not have to follow up with sales regarding complaints—it is the responsibility of operations to resolve them, which is currently lagging.</a:t>
          </a:r>
          <a:endParaRPr lang="en-IN" sz="1800" dirty="0"/>
        </a:p>
      </dgm:t>
    </dgm:pt>
    <dgm:pt modelId="{0A5258DB-51C3-446F-BA69-AA77CA1D12AD}" type="parTrans" cxnId="{9022E2F9-EB2D-40F8-91B0-82226AB6CD58}">
      <dgm:prSet/>
      <dgm:spPr/>
      <dgm:t>
        <a:bodyPr/>
        <a:lstStyle/>
        <a:p>
          <a:endParaRPr lang="en-IN"/>
        </a:p>
      </dgm:t>
    </dgm:pt>
    <dgm:pt modelId="{4394B2DC-1B44-4B87-8DC5-10B5BF527294}" type="sibTrans" cxnId="{9022E2F9-EB2D-40F8-91B0-82226AB6CD58}">
      <dgm:prSet/>
      <dgm:spPr/>
      <dgm:t>
        <a:bodyPr/>
        <a:lstStyle/>
        <a:p>
          <a:endParaRPr lang="en-IN"/>
        </a:p>
      </dgm:t>
    </dgm:pt>
    <dgm:pt modelId="{A2FD8523-DD64-4ADE-8527-3F03B7D72E72}" type="pres">
      <dgm:prSet presAssocID="{C55EEADA-F276-4697-8439-37901C5C224A}" presName="Name0" presStyleCnt="0">
        <dgm:presLayoutVars>
          <dgm:dir/>
          <dgm:resizeHandles val="exact"/>
        </dgm:presLayoutVars>
      </dgm:prSet>
      <dgm:spPr/>
    </dgm:pt>
    <dgm:pt modelId="{03DA99A2-489F-47F3-B08E-64320C1A44A9}" type="pres">
      <dgm:prSet presAssocID="{C55EEADA-F276-4697-8439-37901C5C224A}" presName="fgShape" presStyleLbl="fgShp" presStyleIdx="0" presStyleCnt="1" custScaleX="94177" custScaleY="117308" custLinFactNeighborX="955" custLinFactNeighborY="25748"/>
      <dgm:spPr/>
    </dgm:pt>
    <dgm:pt modelId="{E5481309-F3C8-4AFC-9B47-A0CDA14FD332}" type="pres">
      <dgm:prSet presAssocID="{C55EEADA-F276-4697-8439-37901C5C224A}" presName="linComp" presStyleCnt="0"/>
      <dgm:spPr/>
    </dgm:pt>
    <dgm:pt modelId="{0E80C945-C2C0-4FF4-8757-37A44F948715}" type="pres">
      <dgm:prSet presAssocID="{279BE88A-95D3-481D-B65D-99CC2C91B6FA}" presName="compNode" presStyleCnt="0"/>
      <dgm:spPr/>
    </dgm:pt>
    <dgm:pt modelId="{8D766D63-50AE-47DA-A3E7-1E6B72961D5D}" type="pres">
      <dgm:prSet presAssocID="{279BE88A-95D3-481D-B65D-99CC2C91B6FA}" presName="bkgdShape" presStyleLbl="node1" presStyleIdx="0" presStyleCnt="5"/>
      <dgm:spPr/>
    </dgm:pt>
    <dgm:pt modelId="{6DDEFE32-2E7B-49BA-A50F-84BB07460DB7}" type="pres">
      <dgm:prSet presAssocID="{279BE88A-95D3-481D-B65D-99CC2C91B6FA}" presName="nodeTx" presStyleLbl="node1" presStyleIdx="0" presStyleCnt="5">
        <dgm:presLayoutVars>
          <dgm:bulletEnabled val="1"/>
        </dgm:presLayoutVars>
      </dgm:prSet>
      <dgm:spPr/>
    </dgm:pt>
    <dgm:pt modelId="{28E5E332-D325-405A-9F6D-03763F874669}" type="pres">
      <dgm:prSet presAssocID="{279BE88A-95D3-481D-B65D-99CC2C91B6FA}" presName="invisiNode" presStyleLbl="node1" presStyleIdx="0" presStyleCnt="5"/>
      <dgm:spPr/>
    </dgm:pt>
    <dgm:pt modelId="{7878DB34-494C-44AA-AF2A-AF33732F909A}" type="pres">
      <dgm:prSet presAssocID="{279BE88A-95D3-481D-B65D-99CC2C91B6FA}" presName="imagNode" presStyleLbl="fgImgPlace1" presStyleIdx="0" presStyleCnt="5" custLinFactNeighborY="-1202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C92A6D7-53BC-4158-9911-E434557795F9}" type="pres">
      <dgm:prSet presAssocID="{CFE91D55-E3E5-41FA-B6D9-7DDAAF55E99A}" presName="sibTrans" presStyleLbl="sibTrans2D1" presStyleIdx="0" presStyleCnt="0"/>
      <dgm:spPr/>
    </dgm:pt>
    <dgm:pt modelId="{39EDEF78-CDFC-4BCA-BFA6-36208E70C2D5}" type="pres">
      <dgm:prSet presAssocID="{43840E1B-4FB4-44AC-BDD2-610DBC9997BD}" presName="compNode" presStyleCnt="0"/>
      <dgm:spPr/>
    </dgm:pt>
    <dgm:pt modelId="{6305EA1D-348E-4ABB-83D9-0CD0503D6C2E}" type="pres">
      <dgm:prSet presAssocID="{43840E1B-4FB4-44AC-BDD2-610DBC9997BD}" presName="bkgdShape" presStyleLbl="node1" presStyleIdx="1" presStyleCnt="5"/>
      <dgm:spPr/>
    </dgm:pt>
    <dgm:pt modelId="{42043DFC-B25F-46F6-8709-F0C8093A4037}" type="pres">
      <dgm:prSet presAssocID="{43840E1B-4FB4-44AC-BDD2-610DBC9997BD}" presName="nodeTx" presStyleLbl="node1" presStyleIdx="1" presStyleCnt="5">
        <dgm:presLayoutVars>
          <dgm:bulletEnabled val="1"/>
        </dgm:presLayoutVars>
      </dgm:prSet>
      <dgm:spPr/>
    </dgm:pt>
    <dgm:pt modelId="{6EE5D972-A2E8-4495-95E8-12ABAD419B47}" type="pres">
      <dgm:prSet presAssocID="{43840E1B-4FB4-44AC-BDD2-610DBC9997BD}" presName="invisiNode" presStyleLbl="node1" presStyleIdx="1" presStyleCnt="5"/>
      <dgm:spPr/>
    </dgm:pt>
    <dgm:pt modelId="{88AC0C87-A8F3-409A-8CA4-B4652C00268F}" type="pres">
      <dgm:prSet presAssocID="{43840E1B-4FB4-44AC-BDD2-610DBC9997BD}" presName="imagNode" presStyleLbl="fgImgPlace1" presStyleIdx="1" presStyleCnt="5" custLinFactNeighborY="-1202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9483FA9-E832-40FA-BDC2-52C28D5E5CA6}" type="pres">
      <dgm:prSet presAssocID="{AC4470DB-D08A-4A74-9EBC-0DA51F32E702}" presName="sibTrans" presStyleLbl="sibTrans2D1" presStyleIdx="0" presStyleCnt="0"/>
      <dgm:spPr/>
    </dgm:pt>
    <dgm:pt modelId="{C1841B6F-A976-4FAC-BC03-9F3D98A60DC5}" type="pres">
      <dgm:prSet presAssocID="{94E0BDA8-2D09-490D-BC17-9F51BA32AE19}" presName="compNode" presStyleCnt="0"/>
      <dgm:spPr/>
    </dgm:pt>
    <dgm:pt modelId="{D06EFA54-FE24-4BDB-AA90-5CC1C41AA584}" type="pres">
      <dgm:prSet presAssocID="{94E0BDA8-2D09-490D-BC17-9F51BA32AE19}" presName="bkgdShape" presStyleLbl="node1" presStyleIdx="2" presStyleCnt="5" custLinFactNeighborX="300" custLinFactNeighborY="-160"/>
      <dgm:spPr/>
    </dgm:pt>
    <dgm:pt modelId="{CD4A4E50-FB1F-403A-8197-9DDDF3B67CB2}" type="pres">
      <dgm:prSet presAssocID="{94E0BDA8-2D09-490D-BC17-9F51BA32AE19}" presName="nodeTx" presStyleLbl="node1" presStyleIdx="2" presStyleCnt="5">
        <dgm:presLayoutVars>
          <dgm:bulletEnabled val="1"/>
        </dgm:presLayoutVars>
      </dgm:prSet>
      <dgm:spPr/>
    </dgm:pt>
    <dgm:pt modelId="{0E4D599F-48C2-4B6B-9759-9ECDF62AD31E}" type="pres">
      <dgm:prSet presAssocID="{94E0BDA8-2D09-490D-BC17-9F51BA32AE19}" presName="invisiNode" presStyleLbl="node1" presStyleIdx="2" presStyleCnt="5"/>
      <dgm:spPr/>
    </dgm:pt>
    <dgm:pt modelId="{C9B5F83C-4560-4FF0-B86F-9C3FE888CB2E}" type="pres">
      <dgm:prSet presAssocID="{94E0BDA8-2D09-490D-BC17-9F51BA32AE19}" presName="imagNode" presStyleLbl="fgImgPlace1" presStyleIdx="2" presStyleCnt="5" custLinFactNeighborY="-1202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</dgm:spPr>
    </dgm:pt>
    <dgm:pt modelId="{FEC08757-7997-4EC5-B9DB-6D159C4AF8C7}" type="pres">
      <dgm:prSet presAssocID="{59203DF0-7185-4400-8EB3-E37134E3088C}" presName="sibTrans" presStyleLbl="sibTrans2D1" presStyleIdx="0" presStyleCnt="0"/>
      <dgm:spPr/>
    </dgm:pt>
    <dgm:pt modelId="{E8E74F70-60F5-406B-9866-CDEB29B2FE18}" type="pres">
      <dgm:prSet presAssocID="{C9698020-4231-4556-8B2F-9F6564293876}" presName="compNode" presStyleCnt="0"/>
      <dgm:spPr/>
    </dgm:pt>
    <dgm:pt modelId="{3B1114E6-43AD-4667-9FA5-5353830CC36D}" type="pres">
      <dgm:prSet presAssocID="{C9698020-4231-4556-8B2F-9F6564293876}" presName="bkgdShape" presStyleLbl="node1" presStyleIdx="3" presStyleCnt="5"/>
      <dgm:spPr/>
    </dgm:pt>
    <dgm:pt modelId="{76F143C0-56C9-48E3-8F6E-4F3AF79901A6}" type="pres">
      <dgm:prSet presAssocID="{C9698020-4231-4556-8B2F-9F6564293876}" presName="nodeTx" presStyleLbl="node1" presStyleIdx="3" presStyleCnt="5">
        <dgm:presLayoutVars>
          <dgm:bulletEnabled val="1"/>
        </dgm:presLayoutVars>
      </dgm:prSet>
      <dgm:spPr/>
    </dgm:pt>
    <dgm:pt modelId="{2D85CF7C-ACDE-4D3C-8F02-FF2F06204358}" type="pres">
      <dgm:prSet presAssocID="{C9698020-4231-4556-8B2F-9F6564293876}" presName="invisiNode" presStyleLbl="node1" presStyleIdx="3" presStyleCnt="5"/>
      <dgm:spPr/>
    </dgm:pt>
    <dgm:pt modelId="{B18862C6-2984-4023-BB7B-FFA661DB9156}" type="pres">
      <dgm:prSet presAssocID="{C9698020-4231-4556-8B2F-9F6564293876}" presName="imagNode" presStyleLbl="fgImgPlace1" presStyleIdx="3" presStyleCnt="5" custLinFactNeighborY="-1202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</dgm:spPr>
    </dgm:pt>
    <dgm:pt modelId="{CEF05D37-EB38-4278-9AF9-5DA4F4C97D8F}" type="pres">
      <dgm:prSet presAssocID="{C1A105BD-50EB-41C7-8B13-7C1685D5B993}" presName="sibTrans" presStyleLbl="sibTrans2D1" presStyleIdx="0" presStyleCnt="0"/>
      <dgm:spPr/>
    </dgm:pt>
    <dgm:pt modelId="{8BDE2D65-44DA-4870-9410-7C6C65629F7B}" type="pres">
      <dgm:prSet presAssocID="{6BAC2D4B-58F2-4998-BB9F-793B59AF7A15}" presName="compNode" presStyleCnt="0"/>
      <dgm:spPr/>
    </dgm:pt>
    <dgm:pt modelId="{69A05869-1964-4903-9D3C-F3948BF81996}" type="pres">
      <dgm:prSet presAssocID="{6BAC2D4B-58F2-4998-BB9F-793B59AF7A15}" presName="bkgdShape" presStyleLbl="node1" presStyleIdx="4" presStyleCnt="5"/>
      <dgm:spPr/>
    </dgm:pt>
    <dgm:pt modelId="{AFDAD964-8012-4994-AA0D-DB4085CEAFF2}" type="pres">
      <dgm:prSet presAssocID="{6BAC2D4B-58F2-4998-BB9F-793B59AF7A15}" presName="nodeTx" presStyleLbl="node1" presStyleIdx="4" presStyleCnt="5">
        <dgm:presLayoutVars>
          <dgm:bulletEnabled val="1"/>
        </dgm:presLayoutVars>
      </dgm:prSet>
      <dgm:spPr/>
    </dgm:pt>
    <dgm:pt modelId="{30CBA8A1-0FF1-4A2D-846A-BF58DEEEF574}" type="pres">
      <dgm:prSet presAssocID="{6BAC2D4B-58F2-4998-BB9F-793B59AF7A15}" presName="invisiNode" presStyleLbl="node1" presStyleIdx="4" presStyleCnt="5"/>
      <dgm:spPr/>
    </dgm:pt>
    <dgm:pt modelId="{F5F3294C-7092-4983-840B-51FD39CD4531}" type="pres">
      <dgm:prSet presAssocID="{6BAC2D4B-58F2-4998-BB9F-793B59AF7A15}" presName="imagNode" presStyleLbl="fgImgPlace1" presStyleIdx="4" presStyleCnt="5" custLinFactNeighborY="-1202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</dgm:ptLst>
  <dgm:cxnLst>
    <dgm:cxn modelId="{33294F0E-B6F2-4C57-8190-730F13C75774}" type="presOf" srcId="{279BE88A-95D3-481D-B65D-99CC2C91B6FA}" destId="{8D766D63-50AE-47DA-A3E7-1E6B72961D5D}" srcOrd="0" destOrd="0" presId="urn:microsoft.com/office/officeart/2005/8/layout/hList7"/>
    <dgm:cxn modelId="{4E50C918-9CED-4AE6-AF5E-56346625F111}" type="presOf" srcId="{279BE88A-95D3-481D-B65D-99CC2C91B6FA}" destId="{6DDEFE32-2E7B-49BA-A50F-84BB07460DB7}" srcOrd="1" destOrd="0" presId="urn:microsoft.com/office/officeart/2005/8/layout/hList7"/>
    <dgm:cxn modelId="{ED108720-CF8B-41E7-86A0-7CA487CABDE0}" type="presOf" srcId="{C55EEADA-F276-4697-8439-37901C5C224A}" destId="{A2FD8523-DD64-4ADE-8527-3F03B7D72E72}" srcOrd="0" destOrd="0" presId="urn:microsoft.com/office/officeart/2005/8/layout/hList7"/>
    <dgm:cxn modelId="{DB3B5B3F-1648-484E-B40A-20E8BB04CA42}" type="presOf" srcId="{CFE91D55-E3E5-41FA-B6D9-7DDAAF55E99A}" destId="{8C92A6D7-53BC-4158-9911-E434557795F9}" srcOrd="0" destOrd="0" presId="urn:microsoft.com/office/officeart/2005/8/layout/hList7"/>
    <dgm:cxn modelId="{4097F460-C4A9-4F16-A4E0-A580FDC635C3}" type="presOf" srcId="{6BAC2D4B-58F2-4998-BB9F-793B59AF7A15}" destId="{69A05869-1964-4903-9D3C-F3948BF81996}" srcOrd="0" destOrd="0" presId="urn:microsoft.com/office/officeart/2005/8/layout/hList7"/>
    <dgm:cxn modelId="{98235C46-0CCF-4885-AF12-149096F194B2}" type="presOf" srcId="{43840E1B-4FB4-44AC-BDD2-610DBC9997BD}" destId="{6305EA1D-348E-4ABB-83D9-0CD0503D6C2E}" srcOrd="0" destOrd="0" presId="urn:microsoft.com/office/officeart/2005/8/layout/hList7"/>
    <dgm:cxn modelId="{C0C1FC6A-B9A2-49E0-9350-AD15CC033E87}" type="presOf" srcId="{C9698020-4231-4556-8B2F-9F6564293876}" destId="{3B1114E6-43AD-4667-9FA5-5353830CC36D}" srcOrd="0" destOrd="0" presId="urn:microsoft.com/office/officeart/2005/8/layout/hList7"/>
    <dgm:cxn modelId="{AC0F4272-12C6-4AA4-BC73-0272BF118FCB}" srcId="{C55EEADA-F276-4697-8439-37901C5C224A}" destId="{279BE88A-95D3-481D-B65D-99CC2C91B6FA}" srcOrd="0" destOrd="0" parTransId="{2DE2675F-0449-4969-9897-714E4B918E68}" sibTransId="{CFE91D55-E3E5-41FA-B6D9-7DDAAF55E99A}"/>
    <dgm:cxn modelId="{C8DFE27A-103D-4330-B2F6-88189717BFAC}" srcId="{C55EEADA-F276-4697-8439-37901C5C224A}" destId="{94E0BDA8-2D09-490D-BC17-9F51BA32AE19}" srcOrd="2" destOrd="0" parTransId="{DDD7B0C5-4877-4C66-B865-73B627EE1CDA}" sibTransId="{59203DF0-7185-4400-8EB3-E37134E3088C}"/>
    <dgm:cxn modelId="{AF3CC07B-EA77-4B84-87A4-6771D5CB929F}" type="presOf" srcId="{C9698020-4231-4556-8B2F-9F6564293876}" destId="{76F143C0-56C9-48E3-8F6E-4F3AF79901A6}" srcOrd="1" destOrd="0" presId="urn:microsoft.com/office/officeart/2005/8/layout/hList7"/>
    <dgm:cxn modelId="{303DB48C-CB5D-4470-AE54-EB00B77BFB38}" type="presOf" srcId="{94E0BDA8-2D09-490D-BC17-9F51BA32AE19}" destId="{CD4A4E50-FB1F-403A-8197-9DDDF3B67CB2}" srcOrd="1" destOrd="0" presId="urn:microsoft.com/office/officeart/2005/8/layout/hList7"/>
    <dgm:cxn modelId="{1DE39498-8EC8-46EA-A645-5FF3E4D316F4}" type="presOf" srcId="{6BAC2D4B-58F2-4998-BB9F-793B59AF7A15}" destId="{AFDAD964-8012-4994-AA0D-DB4085CEAFF2}" srcOrd="1" destOrd="0" presId="urn:microsoft.com/office/officeart/2005/8/layout/hList7"/>
    <dgm:cxn modelId="{BFAE24AE-5330-43AD-9733-AD3176C721F2}" type="presOf" srcId="{C1A105BD-50EB-41C7-8B13-7C1685D5B993}" destId="{CEF05D37-EB38-4278-9AF9-5DA4F4C97D8F}" srcOrd="0" destOrd="0" presId="urn:microsoft.com/office/officeart/2005/8/layout/hList7"/>
    <dgm:cxn modelId="{99CC27C3-55A8-4F93-B088-C29C9B693B37}" type="presOf" srcId="{AC4470DB-D08A-4A74-9EBC-0DA51F32E702}" destId="{B9483FA9-E832-40FA-BDC2-52C28D5E5CA6}" srcOrd="0" destOrd="0" presId="urn:microsoft.com/office/officeart/2005/8/layout/hList7"/>
    <dgm:cxn modelId="{C19D87D8-E233-4DB1-8C36-CA6D7D619F72}" type="presOf" srcId="{94E0BDA8-2D09-490D-BC17-9F51BA32AE19}" destId="{D06EFA54-FE24-4BDB-AA90-5CC1C41AA584}" srcOrd="0" destOrd="0" presId="urn:microsoft.com/office/officeart/2005/8/layout/hList7"/>
    <dgm:cxn modelId="{E771BFE0-D6FB-4319-9743-6F211132E15F}" type="presOf" srcId="{43840E1B-4FB4-44AC-BDD2-610DBC9997BD}" destId="{42043DFC-B25F-46F6-8709-F0C8093A4037}" srcOrd="1" destOrd="0" presId="urn:microsoft.com/office/officeart/2005/8/layout/hList7"/>
    <dgm:cxn modelId="{11BCD4E1-70A1-4C07-87E7-85A7BC448813}" srcId="{C55EEADA-F276-4697-8439-37901C5C224A}" destId="{C9698020-4231-4556-8B2F-9F6564293876}" srcOrd="3" destOrd="0" parTransId="{14D02FD9-2AD4-40D0-AE8C-C702EC462328}" sibTransId="{C1A105BD-50EB-41C7-8B13-7C1685D5B993}"/>
    <dgm:cxn modelId="{B3A3E4E5-6E08-4388-B764-9A0DB198BCE6}" type="presOf" srcId="{59203DF0-7185-4400-8EB3-E37134E3088C}" destId="{FEC08757-7997-4EC5-B9DB-6D159C4AF8C7}" srcOrd="0" destOrd="0" presId="urn:microsoft.com/office/officeart/2005/8/layout/hList7"/>
    <dgm:cxn modelId="{E9FD3DE7-B09B-41A1-BCCB-1D40956FF064}" srcId="{C55EEADA-F276-4697-8439-37901C5C224A}" destId="{43840E1B-4FB4-44AC-BDD2-610DBC9997BD}" srcOrd="1" destOrd="0" parTransId="{6E4FC471-7314-440A-BD1D-3D2C0720D99E}" sibTransId="{AC4470DB-D08A-4A74-9EBC-0DA51F32E702}"/>
    <dgm:cxn modelId="{9022E2F9-EB2D-40F8-91B0-82226AB6CD58}" srcId="{C55EEADA-F276-4697-8439-37901C5C224A}" destId="{6BAC2D4B-58F2-4998-BB9F-793B59AF7A15}" srcOrd="4" destOrd="0" parTransId="{0A5258DB-51C3-446F-BA69-AA77CA1D12AD}" sibTransId="{4394B2DC-1B44-4B87-8DC5-10B5BF527294}"/>
    <dgm:cxn modelId="{5812FECE-8064-4305-A398-DE6930F8B572}" type="presParOf" srcId="{A2FD8523-DD64-4ADE-8527-3F03B7D72E72}" destId="{03DA99A2-489F-47F3-B08E-64320C1A44A9}" srcOrd="0" destOrd="0" presId="urn:microsoft.com/office/officeart/2005/8/layout/hList7"/>
    <dgm:cxn modelId="{F860697D-7F4F-44C5-9AE0-EBB449FF469D}" type="presParOf" srcId="{A2FD8523-DD64-4ADE-8527-3F03B7D72E72}" destId="{E5481309-F3C8-4AFC-9B47-A0CDA14FD332}" srcOrd="1" destOrd="0" presId="urn:microsoft.com/office/officeart/2005/8/layout/hList7"/>
    <dgm:cxn modelId="{2BBCFE33-8557-4FA4-8BA9-11DA16DDFABE}" type="presParOf" srcId="{E5481309-F3C8-4AFC-9B47-A0CDA14FD332}" destId="{0E80C945-C2C0-4FF4-8757-37A44F948715}" srcOrd="0" destOrd="0" presId="urn:microsoft.com/office/officeart/2005/8/layout/hList7"/>
    <dgm:cxn modelId="{357C51E4-9782-441D-90E8-12267A8B4D65}" type="presParOf" srcId="{0E80C945-C2C0-4FF4-8757-37A44F948715}" destId="{8D766D63-50AE-47DA-A3E7-1E6B72961D5D}" srcOrd="0" destOrd="0" presId="urn:microsoft.com/office/officeart/2005/8/layout/hList7"/>
    <dgm:cxn modelId="{47C99AC7-B6A7-426D-ACAC-91F45C0333F5}" type="presParOf" srcId="{0E80C945-C2C0-4FF4-8757-37A44F948715}" destId="{6DDEFE32-2E7B-49BA-A50F-84BB07460DB7}" srcOrd="1" destOrd="0" presId="urn:microsoft.com/office/officeart/2005/8/layout/hList7"/>
    <dgm:cxn modelId="{11AEA470-D7A1-459E-815D-85C637086873}" type="presParOf" srcId="{0E80C945-C2C0-4FF4-8757-37A44F948715}" destId="{28E5E332-D325-405A-9F6D-03763F874669}" srcOrd="2" destOrd="0" presId="urn:microsoft.com/office/officeart/2005/8/layout/hList7"/>
    <dgm:cxn modelId="{70425AE4-2513-47CD-A9AE-90BA4AA75328}" type="presParOf" srcId="{0E80C945-C2C0-4FF4-8757-37A44F948715}" destId="{7878DB34-494C-44AA-AF2A-AF33732F909A}" srcOrd="3" destOrd="0" presId="urn:microsoft.com/office/officeart/2005/8/layout/hList7"/>
    <dgm:cxn modelId="{F9E041A1-8206-4457-BF34-81C469F576D2}" type="presParOf" srcId="{E5481309-F3C8-4AFC-9B47-A0CDA14FD332}" destId="{8C92A6D7-53BC-4158-9911-E434557795F9}" srcOrd="1" destOrd="0" presId="urn:microsoft.com/office/officeart/2005/8/layout/hList7"/>
    <dgm:cxn modelId="{5E8485C7-45ED-419E-86B5-276C88666B2F}" type="presParOf" srcId="{E5481309-F3C8-4AFC-9B47-A0CDA14FD332}" destId="{39EDEF78-CDFC-4BCA-BFA6-36208E70C2D5}" srcOrd="2" destOrd="0" presId="urn:microsoft.com/office/officeart/2005/8/layout/hList7"/>
    <dgm:cxn modelId="{6AAAD919-0A85-4416-B751-24A9CFA13B2A}" type="presParOf" srcId="{39EDEF78-CDFC-4BCA-BFA6-36208E70C2D5}" destId="{6305EA1D-348E-4ABB-83D9-0CD0503D6C2E}" srcOrd="0" destOrd="0" presId="urn:microsoft.com/office/officeart/2005/8/layout/hList7"/>
    <dgm:cxn modelId="{7E427844-428B-4D8E-BE14-FFF6622C4641}" type="presParOf" srcId="{39EDEF78-CDFC-4BCA-BFA6-36208E70C2D5}" destId="{42043DFC-B25F-46F6-8709-F0C8093A4037}" srcOrd="1" destOrd="0" presId="urn:microsoft.com/office/officeart/2005/8/layout/hList7"/>
    <dgm:cxn modelId="{72A3E016-A810-4B21-8636-6CEDA1DD31FD}" type="presParOf" srcId="{39EDEF78-CDFC-4BCA-BFA6-36208E70C2D5}" destId="{6EE5D972-A2E8-4495-95E8-12ABAD419B47}" srcOrd="2" destOrd="0" presId="urn:microsoft.com/office/officeart/2005/8/layout/hList7"/>
    <dgm:cxn modelId="{8DE2F481-2A31-456F-BD51-AD5552285154}" type="presParOf" srcId="{39EDEF78-CDFC-4BCA-BFA6-36208E70C2D5}" destId="{88AC0C87-A8F3-409A-8CA4-B4652C00268F}" srcOrd="3" destOrd="0" presId="urn:microsoft.com/office/officeart/2005/8/layout/hList7"/>
    <dgm:cxn modelId="{0971A2E6-5D83-4B0F-BBA0-4F8C8486603E}" type="presParOf" srcId="{E5481309-F3C8-4AFC-9B47-A0CDA14FD332}" destId="{B9483FA9-E832-40FA-BDC2-52C28D5E5CA6}" srcOrd="3" destOrd="0" presId="urn:microsoft.com/office/officeart/2005/8/layout/hList7"/>
    <dgm:cxn modelId="{DCB6DA1C-E762-4AE2-970E-8C2FC10236E0}" type="presParOf" srcId="{E5481309-F3C8-4AFC-9B47-A0CDA14FD332}" destId="{C1841B6F-A976-4FAC-BC03-9F3D98A60DC5}" srcOrd="4" destOrd="0" presId="urn:microsoft.com/office/officeart/2005/8/layout/hList7"/>
    <dgm:cxn modelId="{866C8D05-10E4-4C6C-AB84-9B7684418D21}" type="presParOf" srcId="{C1841B6F-A976-4FAC-BC03-9F3D98A60DC5}" destId="{D06EFA54-FE24-4BDB-AA90-5CC1C41AA584}" srcOrd="0" destOrd="0" presId="urn:microsoft.com/office/officeart/2005/8/layout/hList7"/>
    <dgm:cxn modelId="{A35ED56C-5946-42E9-8D40-752E3B63FFC9}" type="presParOf" srcId="{C1841B6F-A976-4FAC-BC03-9F3D98A60DC5}" destId="{CD4A4E50-FB1F-403A-8197-9DDDF3B67CB2}" srcOrd="1" destOrd="0" presId="urn:microsoft.com/office/officeart/2005/8/layout/hList7"/>
    <dgm:cxn modelId="{A1E4CBA4-0C22-4398-BCE5-3A0775643748}" type="presParOf" srcId="{C1841B6F-A976-4FAC-BC03-9F3D98A60DC5}" destId="{0E4D599F-48C2-4B6B-9759-9ECDF62AD31E}" srcOrd="2" destOrd="0" presId="urn:microsoft.com/office/officeart/2005/8/layout/hList7"/>
    <dgm:cxn modelId="{3EA35376-7F4B-4A3C-AE19-A741293E05C6}" type="presParOf" srcId="{C1841B6F-A976-4FAC-BC03-9F3D98A60DC5}" destId="{C9B5F83C-4560-4FF0-B86F-9C3FE888CB2E}" srcOrd="3" destOrd="0" presId="urn:microsoft.com/office/officeart/2005/8/layout/hList7"/>
    <dgm:cxn modelId="{9278951B-34F2-4504-BBB5-919B303679FC}" type="presParOf" srcId="{E5481309-F3C8-4AFC-9B47-A0CDA14FD332}" destId="{FEC08757-7997-4EC5-B9DB-6D159C4AF8C7}" srcOrd="5" destOrd="0" presId="urn:microsoft.com/office/officeart/2005/8/layout/hList7"/>
    <dgm:cxn modelId="{8D3DBD6F-5255-4DEB-B075-09D7A316D12D}" type="presParOf" srcId="{E5481309-F3C8-4AFC-9B47-A0CDA14FD332}" destId="{E8E74F70-60F5-406B-9866-CDEB29B2FE18}" srcOrd="6" destOrd="0" presId="urn:microsoft.com/office/officeart/2005/8/layout/hList7"/>
    <dgm:cxn modelId="{A2D25578-8670-42A8-9EB0-347868B67862}" type="presParOf" srcId="{E8E74F70-60F5-406B-9866-CDEB29B2FE18}" destId="{3B1114E6-43AD-4667-9FA5-5353830CC36D}" srcOrd="0" destOrd="0" presId="urn:microsoft.com/office/officeart/2005/8/layout/hList7"/>
    <dgm:cxn modelId="{1C04AE04-251C-4C1A-A220-BC1A2011C654}" type="presParOf" srcId="{E8E74F70-60F5-406B-9866-CDEB29B2FE18}" destId="{76F143C0-56C9-48E3-8F6E-4F3AF79901A6}" srcOrd="1" destOrd="0" presId="urn:microsoft.com/office/officeart/2005/8/layout/hList7"/>
    <dgm:cxn modelId="{97CFDB33-47A6-47BC-B43F-63973639DD63}" type="presParOf" srcId="{E8E74F70-60F5-406B-9866-CDEB29B2FE18}" destId="{2D85CF7C-ACDE-4D3C-8F02-FF2F06204358}" srcOrd="2" destOrd="0" presId="urn:microsoft.com/office/officeart/2005/8/layout/hList7"/>
    <dgm:cxn modelId="{0A8779A8-3B06-4E11-9259-07436E23A634}" type="presParOf" srcId="{E8E74F70-60F5-406B-9866-CDEB29B2FE18}" destId="{B18862C6-2984-4023-BB7B-FFA661DB9156}" srcOrd="3" destOrd="0" presId="urn:microsoft.com/office/officeart/2005/8/layout/hList7"/>
    <dgm:cxn modelId="{F3651ED0-66B5-4364-8429-6F2D1D304A59}" type="presParOf" srcId="{E5481309-F3C8-4AFC-9B47-A0CDA14FD332}" destId="{CEF05D37-EB38-4278-9AF9-5DA4F4C97D8F}" srcOrd="7" destOrd="0" presId="urn:microsoft.com/office/officeart/2005/8/layout/hList7"/>
    <dgm:cxn modelId="{7F5566FC-0A52-4A66-946D-35E7763EC2A6}" type="presParOf" srcId="{E5481309-F3C8-4AFC-9B47-A0CDA14FD332}" destId="{8BDE2D65-44DA-4870-9410-7C6C65629F7B}" srcOrd="8" destOrd="0" presId="urn:microsoft.com/office/officeart/2005/8/layout/hList7"/>
    <dgm:cxn modelId="{C4C72539-FE8A-4A2E-8B35-D3F6A2D78CA6}" type="presParOf" srcId="{8BDE2D65-44DA-4870-9410-7C6C65629F7B}" destId="{69A05869-1964-4903-9D3C-F3948BF81996}" srcOrd="0" destOrd="0" presId="urn:microsoft.com/office/officeart/2005/8/layout/hList7"/>
    <dgm:cxn modelId="{2BAF1090-05B8-450C-B244-04287776704A}" type="presParOf" srcId="{8BDE2D65-44DA-4870-9410-7C6C65629F7B}" destId="{AFDAD964-8012-4994-AA0D-DB4085CEAFF2}" srcOrd="1" destOrd="0" presId="urn:microsoft.com/office/officeart/2005/8/layout/hList7"/>
    <dgm:cxn modelId="{27A82316-84D9-4B88-A2F2-0CDF22D2A8EA}" type="presParOf" srcId="{8BDE2D65-44DA-4870-9410-7C6C65629F7B}" destId="{30CBA8A1-0FF1-4A2D-846A-BF58DEEEF574}" srcOrd="2" destOrd="0" presId="urn:microsoft.com/office/officeart/2005/8/layout/hList7"/>
    <dgm:cxn modelId="{2390246A-FF40-4AF1-9DED-DA5D1BA5ACC9}" type="presParOf" srcId="{8BDE2D65-44DA-4870-9410-7C6C65629F7B}" destId="{F5F3294C-7092-4983-840B-51FD39CD4531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D2D8B0-5419-456F-9E16-A5803EE3B39E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6EE555-803B-459C-8DAF-59B06D9B8BC6}">
      <dgm:prSet/>
      <dgm:spPr/>
      <dgm:t>
        <a:bodyPr/>
        <a:lstStyle/>
        <a:p>
          <a:r>
            <a:rPr lang="en-IN"/>
            <a:t>OPERATIONS:</a:t>
          </a:r>
        </a:p>
      </dgm:t>
    </dgm:pt>
    <dgm:pt modelId="{37AC308E-BDB8-47CC-924B-DA680F862DFB}" type="parTrans" cxnId="{C8C0E563-B759-42F3-8A91-31F38EF9CA36}">
      <dgm:prSet/>
      <dgm:spPr/>
      <dgm:t>
        <a:bodyPr/>
        <a:lstStyle/>
        <a:p>
          <a:endParaRPr lang="en-IN"/>
        </a:p>
      </dgm:t>
    </dgm:pt>
    <dgm:pt modelId="{67FB9CF9-C67D-4417-A830-B4B732B580AD}" type="sibTrans" cxnId="{C8C0E563-B759-42F3-8A91-31F38EF9CA36}">
      <dgm:prSet/>
      <dgm:spPr/>
      <dgm:t>
        <a:bodyPr/>
        <a:lstStyle/>
        <a:p>
          <a:endParaRPr lang="en-IN"/>
        </a:p>
      </dgm:t>
    </dgm:pt>
    <dgm:pt modelId="{522798B2-073A-401A-B315-2EEE75C90DC1}" type="pres">
      <dgm:prSet presAssocID="{C7D2D8B0-5419-456F-9E16-A5803EE3B39E}" presName="linear" presStyleCnt="0">
        <dgm:presLayoutVars>
          <dgm:animLvl val="lvl"/>
          <dgm:resizeHandles val="exact"/>
        </dgm:presLayoutVars>
      </dgm:prSet>
      <dgm:spPr/>
    </dgm:pt>
    <dgm:pt modelId="{3D683683-8310-40C5-B26B-500B4E055C0C}" type="pres">
      <dgm:prSet presAssocID="{E86EE555-803B-459C-8DAF-59B06D9B8BC6}" presName="parentText" presStyleLbl="node1" presStyleIdx="0" presStyleCnt="1" custScaleY="103878">
        <dgm:presLayoutVars>
          <dgm:chMax val="0"/>
          <dgm:bulletEnabled val="1"/>
        </dgm:presLayoutVars>
      </dgm:prSet>
      <dgm:spPr/>
    </dgm:pt>
  </dgm:ptLst>
  <dgm:cxnLst>
    <dgm:cxn modelId="{5C1C2F5F-AD45-441F-9228-1E0C7E97D80F}" type="presOf" srcId="{C7D2D8B0-5419-456F-9E16-A5803EE3B39E}" destId="{522798B2-073A-401A-B315-2EEE75C90DC1}" srcOrd="0" destOrd="0" presId="urn:microsoft.com/office/officeart/2005/8/layout/vList2"/>
    <dgm:cxn modelId="{C8C0E563-B759-42F3-8A91-31F38EF9CA36}" srcId="{C7D2D8B0-5419-456F-9E16-A5803EE3B39E}" destId="{E86EE555-803B-459C-8DAF-59B06D9B8BC6}" srcOrd="0" destOrd="0" parTransId="{37AC308E-BDB8-47CC-924B-DA680F862DFB}" sibTransId="{67FB9CF9-C67D-4417-A830-B4B732B580AD}"/>
    <dgm:cxn modelId="{8005DDC8-70BA-44F4-944D-19E9C1D877CD}" type="presOf" srcId="{E86EE555-803B-459C-8DAF-59B06D9B8BC6}" destId="{3D683683-8310-40C5-B26B-500B4E055C0C}" srcOrd="0" destOrd="0" presId="urn:microsoft.com/office/officeart/2005/8/layout/vList2"/>
    <dgm:cxn modelId="{BCE7F135-A938-4857-81B7-61844B7E81FB}" type="presParOf" srcId="{522798B2-073A-401A-B315-2EEE75C90DC1}" destId="{3D683683-8310-40C5-B26B-500B4E055C0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F8DCAF-4AE2-46C7-914B-6FC02672DA77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0FE9D41-CE78-4FCB-B120-24B20FDF3075}">
      <dgm:prSet/>
      <dgm:spPr/>
      <dgm:t>
        <a:bodyPr/>
        <a:lstStyle/>
        <a:p>
          <a:r>
            <a:rPr lang="en-US" dirty="0"/>
            <a:t>1. A complaints list must be maintained, and reports should be submitted on a weekly basis.  </a:t>
          </a:r>
          <a:endParaRPr lang="en-IN" dirty="0"/>
        </a:p>
      </dgm:t>
    </dgm:pt>
    <dgm:pt modelId="{15856A5A-EBD7-4B82-9C74-FFEC44B7975D}" type="parTrans" cxnId="{4C06D2BD-46E0-4385-A115-49D3F456E87D}">
      <dgm:prSet/>
      <dgm:spPr/>
      <dgm:t>
        <a:bodyPr/>
        <a:lstStyle/>
        <a:p>
          <a:endParaRPr lang="en-IN"/>
        </a:p>
      </dgm:t>
    </dgm:pt>
    <dgm:pt modelId="{A8181ABA-DBF8-46B8-B348-1D336FD514D3}" type="sibTrans" cxnId="{4C06D2BD-46E0-4385-A115-49D3F456E87D}">
      <dgm:prSet/>
      <dgm:spPr/>
      <dgm:t>
        <a:bodyPr/>
        <a:lstStyle/>
        <a:p>
          <a:endParaRPr lang="en-IN"/>
        </a:p>
      </dgm:t>
    </dgm:pt>
    <dgm:pt modelId="{25512BA2-FF3C-430C-8F08-EA658EF56653}">
      <dgm:prSet/>
      <dgm:spPr/>
      <dgm:t>
        <a:bodyPr/>
        <a:lstStyle/>
        <a:p>
          <a:r>
            <a:rPr lang="en-US"/>
            <a:t>2. Minor complaints must be resolved within three days, while major complaints should be addressed within seven days.  </a:t>
          </a:r>
          <a:endParaRPr lang="en-IN"/>
        </a:p>
      </dgm:t>
    </dgm:pt>
    <dgm:pt modelId="{BE6138B0-B0FB-481F-BEA0-01D9E9359C1B}" type="parTrans" cxnId="{AE30CDF8-7EB4-48B1-AA53-1820CFBE2B71}">
      <dgm:prSet/>
      <dgm:spPr/>
      <dgm:t>
        <a:bodyPr/>
        <a:lstStyle/>
        <a:p>
          <a:endParaRPr lang="en-IN"/>
        </a:p>
      </dgm:t>
    </dgm:pt>
    <dgm:pt modelId="{C0B8B87E-D74D-43F1-A786-27FF8A11C33F}" type="sibTrans" cxnId="{AE30CDF8-7EB4-48B1-AA53-1820CFBE2B71}">
      <dgm:prSet/>
      <dgm:spPr/>
      <dgm:t>
        <a:bodyPr/>
        <a:lstStyle/>
        <a:p>
          <a:endParaRPr lang="en-IN"/>
        </a:p>
      </dgm:t>
    </dgm:pt>
    <dgm:pt modelId="{96CF643C-F0FD-4BEF-8C0F-091B331B38F8}">
      <dgm:prSet/>
      <dgm:spPr/>
      <dgm:t>
        <a:bodyPr/>
        <a:lstStyle/>
        <a:p>
          <a:r>
            <a:rPr lang="en-US"/>
            <a:t>3. Emphasis should be placed on cost-cutting measures in transportation and labor charges.  </a:t>
          </a:r>
          <a:endParaRPr lang="en-IN"/>
        </a:p>
      </dgm:t>
    </dgm:pt>
    <dgm:pt modelId="{00F79B03-E97B-4AB7-9762-196656301360}" type="parTrans" cxnId="{F797482A-E4DF-4DC1-9819-D4F811179A54}">
      <dgm:prSet/>
      <dgm:spPr/>
      <dgm:t>
        <a:bodyPr/>
        <a:lstStyle/>
        <a:p>
          <a:endParaRPr lang="en-IN"/>
        </a:p>
      </dgm:t>
    </dgm:pt>
    <dgm:pt modelId="{FD393AB4-D7FD-4515-A4CE-E95E0A322EE9}" type="sibTrans" cxnId="{F797482A-E4DF-4DC1-9819-D4F811179A54}">
      <dgm:prSet/>
      <dgm:spPr/>
      <dgm:t>
        <a:bodyPr/>
        <a:lstStyle/>
        <a:p>
          <a:endParaRPr lang="en-IN"/>
        </a:p>
      </dgm:t>
    </dgm:pt>
    <dgm:pt modelId="{EFB80F3C-1A25-4B6A-9A1C-F3C4AC7F96FD}" type="pres">
      <dgm:prSet presAssocID="{61F8DCAF-4AE2-46C7-914B-6FC02672DA77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356760C7-416E-4237-B471-6F772B873171}" type="pres">
      <dgm:prSet presAssocID="{61F8DCAF-4AE2-46C7-914B-6FC02672DA77}" presName="cycle" presStyleCnt="0"/>
      <dgm:spPr/>
    </dgm:pt>
    <dgm:pt modelId="{855C94C8-60EC-420F-87E0-3E720D4EBF3B}" type="pres">
      <dgm:prSet presAssocID="{61F8DCAF-4AE2-46C7-914B-6FC02672DA77}" presName="centerShape" presStyleCnt="0"/>
      <dgm:spPr/>
    </dgm:pt>
    <dgm:pt modelId="{82433452-C81F-4922-817F-CC146C45C82A}" type="pres">
      <dgm:prSet presAssocID="{61F8DCAF-4AE2-46C7-914B-6FC02672DA77}" presName="connSite" presStyleLbl="node1" presStyleIdx="0" presStyleCnt="4"/>
      <dgm:spPr/>
    </dgm:pt>
    <dgm:pt modelId="{A8879EF7-AACA-4408-8F04-AE997934D9BF}" type="pres">
      <dgm:prSet presAssocID="{61F8DCAF-4AE2-46C7-914B-6FC02672DA77}" presName="visible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  <dgm:pt modelId="{7F82A351-4138-41AC-A42F-48C49C7D4994}" type="pres">
      <dgm:prSet presAssocID="{15856A5A-EBD7-4B82-9C74-FFEC44B7975D}" presName="Name25" presStyleLbl="parChTrans1D1" presStyleIdx="0" presStyleCnt="3"/>
      <dgm:spPr/>
    </dgm:pt>
    <dgm:pt modelId="{23F60A60-C3E4-4B45-B1E8-99494E91D406}" type="pres">
      <dgm:prSet presAssocID="{B0FE9D41-CE78-4FCB-B120-24B20FDF3075}" presName="node" presStyleCnt="0"/>
      <dgm:spPr/>
    </dgm:pt>
    <dgm:pt modelId="{0FC9C7B5-DE45-4E1B-983E-F92C64F28A5C}" type="pres">
      <dgm:prSet presAssocID="{B0FE9D41-CE78-4FCB-B120-24B20FDF3075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50A4CCDF-9F7C-47EF-B1A1-C786ADC1AA16}" type="pres">
      <dgm:prSet presAssocID="{B0FE9D41-CE78-4FCB-B120-24B20FDF3075}" presName="childNode" presStyleLbl="revTx" presStyleIdx="0" presStyleCnt="0">
        <dgm:presLayoutVars>
          <dgm:bulletEnabled val="1"/>
        </dgm:presLayoutVars>
      </dgm:prSet>
      <dgm:spPr/>
    </dgm:pt>
    <dgm:pt modelId="{4F419377-210E-4B9C-8DFE-467273C82B92}" type="pres">
      <dgm:prSet presAssocID="{BE6138B0-B0FB-481F-BEA0-01D9E9359C1B}" presName="Name25" presStyleLbl="parChTrans1D1" presStyleIdx="1" presStyleCnt="3"/>
      <dgm:spPr/>
    </dgm:pt>
    <dgm:pt modelId="{8A91836D-A2E4-44E3-8C57-24ABB12B654D}" type="pres">
      <dgm:prSet presAssocID="{25512BA2-FF3C-430C-8F08-EA658EF56653}" presName="node" presStyleCnt="0"/>
      <dgm:spPr/>
    </dgm:pt>
    <dgm:pt modelId="{76B38607-BF13-4BFB-BB62-E46EF2ECA139}" type="pres">
      <dgm:prSet presAssocID="{25512BA2-FF3C-430C-8F08-EA658EF56653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AA4B1858-0E06-4D97-B403-AFF428F69619}" type="pres">
      <dgm:prSet presAssocID="{25512BA2-FF3C-430C-8F08-EA658EF56653}" presName="childNode" presStyleLbl="revTx" presStyleIdx="0" presStyleCnt="0">
        <dgm:presLayoutVars>
          <dgm:bulletEnabled val="1"/>
        </dgm:presLayoutVars>
      </dgm:prSet>
      <dgm:spPr/>
    </dgm:pt>
    <dgm:pt modelId="{15B0AD59-E1C8-4F7E-8A10-D28502C53710}" type="pres">
      <dgm:prSet presAssocID="{00F79B03-E97B-4AB7-9762-196656301360}" presName="Name25" presStyleLbl="parChTrans1D1" presStyleIdx="2" presStyleCnt="3"/>
      <dgm:spPr/>
    </dgm:pt>
    <dgm:pt modelId="{6BCC2545-0A44-4CA1-87A6-62EE4E956FF1}" type="pres">
      <dgm:prSet presAssocID="{96CF643C-F0FD-4BEF-8C0F-091B331B38F8}" presName="node" presStyleCnt="0"/>
      <dgm:spPr/>
    </dgm:pt>
    <dgm:pt modelId="{C2EC5A39-E78A-440F-BC52-64050D08AD0D}" type="pres">
      <dgm:prSet presAssocID="{96CF643C-F0FD-4BEF-8C0F-091B331B38F8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D4BFA118-1B85-4215-933B-16AF647AA9FE}" type="pres">
      <dgm:prSet presAssocID="{96CF643C-F0FD-4BEF-8C0F-091B331B38F8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31326D18-3FE4-4203-8ED3-4205D482ACBB}" type="presOf" srcId="{BE6138B0-B0FB-481F-BEA0-01D9E9359C1B}" destId="{4F419377-210E-4B9C-8DFE-467273C82B92}" srcOrd="0" destOrd="0" presId="urn:microsoft.com/office/officeart/2005/8/layout/radial2"/>
    <dgm:cxn modelId="{F797482A-E4DF-4DC1-9819-D4F811179A54}" srcId="{61F8DCAF-4AE2-46C7-914B-6FC02672DA77}" destId="{96CF643C-F0FD-4BEF-8C0F-091B331B38F8}" srcOrd="2" destOrd="0" parTransId="{00F79B03-E97B-4AB7-9762-196656301360}" sibTransId="{FD393AB4-D7FD-4515-A4CE-E95E0A322EE9}"/>
    <dgm:cxn modelId="{919D4F47-FB47-4D67-95A5-4977294D0FB8}" type="presOf" srcId="{B0FE9D41-CE78-4FCB-B120-24B20FDF3075}" destId="{0FC9C7B5-DE45-4E1B-983E-F92C64F28A5C}" srcOrd="0" destOrd="0" presId="urn:microsoft.com/office/officeart/2005/8/layout/radial2"/>
    <dgm:cxn modelId="{025EB76B-158C-4296-A005-25C29085ABC1}" type="presOf" srcId="{00F79B03-E97B-4AB7-9762-196656301360}" destId="{15B0AD59-E1C8-4F7E-8A10-D28502C53710}" srcOrd="0" destOrd="0" presId="urn:microsoft.com/office/officeart/2005/8/layout/radial2"/>
    <dgm:cxn modelId="{D72CEF99-EF21-464F-9A96-A5F28BE48399}" type="presOf" srcId="{61F8DCAF-4AE2-46C7-914B-6FC02672DA77}" destId="{EFB80F3C-1A25-4B6A-9A1C-F3C4AC7F96FD}" srcOrd="0" destOrd="0" presId="urn:microsoft.com/office/officeart/2005/8/layout/radial2"/>
    <dgm:cxn modelId="{926C799E-56C3-4951-BBC2-CE74567C11D8}" type="presOf" srcId="{15856A5A-EBD7-4B82-9C74-FFEC44B7975D}" destId="{7F82A351-4138-41AC-A42F-48C49C7D4994}" srcOrd="0" destOrd="0" presId="urn:microsoft.com/office/officeart/2005/8/layout/radial2"/>
    <dgm:cxn modelId="{4C06D2BD-46E0-4385-A115-49D3F456E87D}" srcId="{61F8DCAF-4AE2-46C7-914B-6FC02672DA77}" destId="{B0FE9D41-CE78-4FCB-B120-24B20FDF3075}" srcOrd="0" destOrd="0" parTransId="{15856A5A-EBD7-4B82-9C74-FFEC44B7975D}" sibTransId="{A8181ABA-DBF8-46B8-B348-1D336FD514D3}"/>
    <dgm:cxn modelId="{864F3FCA-E325-493F-95C2-32E4E6749A52}" type="presOf" srcId="{25512BA2-FF3C-430C-8F08-EA658EF56653}" destId="{76B38607-BF13-4BFB-BB62-E46EF2ECA139}" srcOrd="0" destOrd="0" presId="urn:microsoft.com/office/officeart/2005/8/layout/radial2"/>
    <dgm:cxn modelId="{82A655CA-DE19-417F-8E53-F33253BC2C2C}" type="presOf" srcId="{96CF643C-F0FD-4BEF-8C0F-091B331B38F8}" destId="{C2EC5A39-E78A-440F-BC52-64050D08AD0D}" srcOrd="0" destOrd="0" presId="urn:microsoft.com/office/officeart/2005/8/layout/radial2"/>
    <dgm:cxn modelId="{AE30CDF8-7EB4-48B1-AA53-1820CFBE2B71}" srcId="{61F8DCAF-4AE2-46C7-914B-6FC02672DA77}" destId="{25512BA2-FF3C-430C-8F08-EA658EF56653}" srcOrd="1" destOrd="0" parTransId="{BE6138B0-B0FB-481F-BEA0-01D9E9359C1B}" sibTransId="{C0B8B87E-D74D-43F1-A786-27FF8A11C33F}"/>
    <dgm:cxn modelId="{7837E2D8-BBF2-4486-9AF3-F645848DD073}" type="presParOf" srcId="{EFB80F3C-1A25-4B6A-9A1C-F3C4AC7F96FD}" destId="{356760C7-416E-4237-B471-6F772B873171}" srcOrd="0" destOrd="0" presId="urn:microsoft.com/office/officeart/2005/8/layout/radial2"/>
    <dgm:cxn modelId="{FEDE7B6A-8134-451A-9C20-379EE4059171}" type="presParOf" srcId="{356760C7-416E-4237-B471-6F772B873171}" destId="{855C94C8-60EC-420F-87E0-3E720D4EBF3B}" srcOrd="0" destOrd="0" presId="urn:microsoft.com/office/officeart/2005/8/layout/radial2"/>
    <dgm:cxn modelId="{5D5697F2-12A5-433C-9CE9-7B37F1667F5A}" type="presParOf" srcId="{855C94C8-60EC-420F-87E0-3E720D4EBF3B}" destId="{82433452-C81F-4922-817F-CC146C45C82A}" srcOrd="0" destOrd="0" presId="urn:microsoft.com/office/officeart/2005/8/layout/radial2"/>
    <dgm:cxn modelId="{C2CC20F9-CF0C-47D0-878D-2FF90955991E}" type="presParOf" srcId="{855C94C8-60EC-420F-87E0-3E720D4EBF3B}" destId="{A8879EF7-AACA-4408-8F04-AE997934D9BF}" srcOrd="1" destOrd="0" presId="urn:microsoft.com/office/officeart/2005/8/layout/radial2"/>
    <dgm:cxn modelId="{7A3F75E5-7035-4DDC-A777-EDB88435FBEE}" type="presParOf" srcId="{356760C7-416E-4237-B471-6F772B873171}" destId="{7F82A351-4138-41AC-A42F-48C49C7D4994}" srcOrd="1" destOrd="0" presId="urn:microsoft.com/office/officeart/2005/8/layout/radial2"/>
    <dgm:cxn modelId="{B202B070-DB98-4192-AC4A-22954F77CB72}" type="presParOf" srcId="{356760C7-416E-4237-B471-6F772B873171}" destId="{23F60A60-C3E4-4B45-B1E8-99494E91D406}" srcOrd="2" destOrd="0" presId="urn:microsoft.com/office/officeart/2005/8/layout/radial2"/>
    <dgm:cxn modelId="{A74FF459-033A-4256-A176-300BCEA42B97}" type="presParOf" srcId="{23F60A60-C3E4-4B45-B1E8-99494E91D406}" destId="{0FC9C7B5-DE45-4E1B-983E-F92C64F28A5C}" srcOrd="0" destOrd="0" presId="urn:microsoft.com/office/officeart/2005/8/layout/radial2"/>
    <dgm:cxn modelId="{8AC7ACDC-44A9-4D49-9B17-C8DF3F4CD45C}" type="presParOf" srcId="{23F60A60-C3E4-4B45-B1E8-99494E91D406}" destId="{50A4CCDF-9F7C-47EF-B1A1-C786ADC1AA16}" srcOrd="1" destOrd="0" presId="urn:microsoft.com/office/officeart/2005/8/layout/radial2"/>
    <dgm:cxn modelId="{9538DF0F-1A3D-4186-9793-BF066142784F}" type="presParOf" srcId="{356760C7-416E-4237-B471-6F772B873171}" destId="{4F419377-210E-4B9C-8DFE-467273C82B92}" srcOrd="3" destOrd="0" presId="urn:microsoft.com/office/officeart/2005/8/layout/radial2"/>
    <dgm:cxn modelId="{4ED0F27F-5539-4074-8E66-AB1671552B64}" type="presParOf" srcId="{356760C7-416E-4237-B471-6F772B873171}" destId="{8A91836D-A2E4-44E3-8C57-24ABB12B654D}" srcOrd="4" destOrd="0" presId="urn:microsoft.com/office/officeart/2005/8/layout/radial2"/>
    <dgm:cxn modelId="{315494CE-1939-4D76-8CC6-EDF5A7A604A6}" type="presParOf" srcId="{8A91836D-A2E4-44E3-8C57-24ABB12B654D}" destId="{76B38607-BF13-4BFB-BB62-E46EF2ECA139}" srcOrd="0" destOrd="0" presId="urn:microsoft.com/office/officeart/2005/8/layout/radial2"/>
    <dgm:cxn modelId="{CABEAC21-E657-4701-A7C9-7A7453DBB010}" type="presParOf" srcId="{8A91836D-A2E4-44E3-8C57-24ABB12B654D}" destId="{AA4B1858-0E06-4D97-B403-AFF428F69619}" srcOrd="1" destOrd="0" presId="urn:microsoft.com/office/officeart/2005/8/layout/radial2"/>
    <dgm:cxn modelId="{B47B5475-1B14-492A-A003-9F146E009C0B}" type="presParOf" srcId="{356760C7-416E-4237-B471-6F772B873171}" destId="{15B0AD59-E1C8-4F7E-8A10-D28502C53710}" srcOrd="5" destOrd="0" presId="urn:microsoft.com/office/officeart/2005/8/layout/radial2"/>
    <dgm:cxn modelId="{078169E6-F762-4A58-8813-4BFC8131CE7C}" type="presParOf" srcId="{356760C7-416E-4237-B471-6F772B873171}" destId="{6BCC2545-0A44-4CA1-87A6-62EE4E956FF1}" srcOrd="6" destOrd="0" presId="urn:microsoft.com/office/officeart/2005/8/layout/radial2"/>
    <dgm:cxn modelId="{7B631B19-844B-48D4-9C18-569F8E8DE294}" type="presParOf" srcId="{6BCC2545-0A44-4CA1-87A6-62EE4E956FF1}" destId="{C2EC5A39-E78A-440F-BC52-64050D08AD0D}" srcOrd="0" destOrd="0" presId="urn:microsoft.com/office/officeart/2005/8/layout/radial2"/>
    <dgm:cxn modelId="{77F6706C-2DB4-4F9A-9069-C76ADAC96E55}" type="presParOf" srcId="{6BCC2545-0A44-4CA1-87A6-62EE4E956FF1}" destId="{D4BFA118-1B85-4215-933B-16AF647AA9F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1F5BAD-E189-4BC7-9988-539F4EECC9EA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5AEE1C2-026B-432E-9EBE-E8203B740F8B}">
      <dgm:prSet custT="1"/>
      <dgm:spPr/>
      <dgm:t>
        <a:bodyPr/>
        <a:lstStyle/>
        <a:p>
          <a:r>
            <a:rPr lang="en-IN" sz="2800" dirty="0"/>
            <a:t>CONDITIONS:</a:t>
          </a:r>
        </a:p>
      </dgm:t>
    </dgm:pt>
    <dgm:pt modelId="{9B589427-E691-4D4F-A0B4-446BCCD66560}" type="parTrans" cxnId="{626118AE-8FCB-4F4E-8A83-F356B5A56EAB}">
      <dgm:prSet/>
      <dgm:spPr/>
      <dgm:t>
        <a:bodyPr/>
        <a:lstStyle/>
        <a:p>
          <a:endParaRPr lang="en-IN"/>
        </a:p>
      </dgm:t>
    </dgm:pt>
    <dgm:pt modelId="{07163435-434E-4A0E-9584-0F9EA3389319}" type="sibTrans" cxnId="{626118AE-8FCB-4F4E-8A83-F356B5A56EAB}">
      <dgm:prSet/>
      <dgm:spPr/>
      <dgm:t>
        <a:bodyPr/>
        <a:lstStyle/>
        <a:p>
          <a:endParaRPr lang="en-IN"/>
        </a:p>
      </dgm:t>
    </dgm:pt>
    <dgm:pt modelId="{91806A17-82DF-473A-A4C3-7E9E92712803}" type="pres">
      <dgm:prSet presAssocID="{241F5BAD-E189-4BC7-9988-539F4EECC9EA}" presName="linear" presStyleCnt="0">
        <dgm:presLayoutVars>
          <dgm:animLvl val="lvl"/>
          <dgm:resizeHandles val="exact"/>
        </dgm:presLayoutVars>
      </dgm:prSet>
      <dgm:spPr/>
    </dgm:pt>
    <dgm:pt modelId="{60563E7F-2232-4ADC-9F40-6E23F1365B78}" type="pres">
      <dgm:prSet presAssocID="{65AEE1C2-026B-432E-9EBE-E8203B740F8B}" presName="parentText" presStyleLbl="node1" presStyleIdx="0" presStyleCnt="1" custScaleY="117028">
        <dgm:presLayoutVars>
          <dgm:chMax val="0"/>
          <dgm:bulletEnabled val="1"/>
        </dgm:presLayoutVars>
      </dgm:prSet>
      <dgm:spPr/>
    </dgm:pt>
  </dgm:ptLst>
  <dgm:cxnLst>
    <dgm:cxn modelId="{0E636A42-C944-40F5-9050-A4C5FCA0C91F}" type="presOf" srcId="{65AEE1C2-026B-432E-9EBE-E8203B740F8B}" destId="{60563E7F-2232-4ADC-9F40-6E23F1365B78}" srcOrd="0" destOrd="0" presId="urn:microsoft.com/office/officeart/2005/8/layout/vList2"/>
    <dgm:cxn modelId="{626118AE-8FCB-4F4E-8A83-F356B5A56EAB}" srcId="{241F5BAD-E189-4BC7-9988-539F4EECC9EA}" destId="{65AEE1C2-026B-432E-9EBE-E8203B740F8B}" srcOrd="0" destOrd="0" parTransId="{9B589427-E691-4D4F-A0B4-446BCCD66560}" sibTransId="{07163435-434E-4A0E-9584-0F9EA3389319}"/>
    <dgm:cxn modelId="{490920D1-2C21-4BBB-A7C4-772FCAC9F630}" type="presOf" srcId="{241F5BAD-E189-4BC7-9988-539F4EECC9EA}" destId="{91806A17-82DF-473A-A4C3-7E9E92712803}" srcOrd="0" destOrd="0" presId="urn:microsoft.com/office/officeart/2005/8/layout/vList2"/>
    <dgm:cxn modelId="{12BF0F21-BFBB-4601-80E4-5199BC3B3B91}" type="presParOf" srcId="{91806A17-82DF-473A-A4C3-7E9E92712803}" destId="{60563E7F-2232-4ADC-9F40-6E23F1365B7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362BFE-C4BF-404E-8A80-E4C60427F7A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8179D44-5658-4CB9-82F4-68E2AE8F21CF}">
      <dgm:prSet/>
      <dgm:spPr/>
      <dgm:t>
        <a:bodyPr/>
        <a:lstStyle/>
        <a:p>
          <a:r>
            <a:rPr lang="en-US"/>
            <a:t>- Incentives will be calculated based on the basic value only.</a:t>
          </a:r>
          <a:endParaRPr lang="en-IN"/>
        </a:p>
      </dgm:t>
    </dgm:pt>
    <dgm:pt modelId="{7DAD881B-E111-4DFA-A923-00E134C39AE5}" type="parTrans" cxnId="{DB148117-57D1-41FF-8727-E1D238BCF5C9}">
      <dgm:prSet/>
      <dgm:spPr/>
      <dgm:t>
        <a:bodyPr/>
        <a:lstStyle/>
        <a:p>
          <a:endParaRPr lang="en-IN"/>
        </a:p>
      </dgm:t>
    </dgm:pt>
    <dgm:pt modelId="{77BABE76-85AF-4D47-B700-223DCA9D0516}" type="sibTrans" cxnId="{DB148117-57D1-41FF-8727-E1D238BCF5C9}">
      <dgm:prSet/>
      <dgm:spPr/>
      <dgm:t>
        <a:bodyPr/>
        <a:lstStyle/>
        <a:p>
          <a:endParaRPr lang="en-IN"/>
        </a:p>
      </dgm:t>
    </dgm:pt>
    <dgm:pt modelId="{1F63BB86-51D1-4060-ACCE-959032853AB2}">
      <dgm:prSet/>
      <dgm:spPr/>
      <dgm:t>
        <a:bodyPr/>
        <a:lstStyle/>
        <a:p>
          <a:r>
            <a:rPr lang="en-US"/>
            <a:t>- Billing must be completed within 90 days. </a:t>
          </a:r>
          <a:endParaRPr lang="en-IN"/>
        </a:p>
      </dgm:t>
    </dgm:pt>
    <dgm:pt modelId="{50258CD5-E894-4E8B-B317-FEC40941914D}" type="parTrans" cxnId="{1D1924AD-9547-4730-9A08-5E58402E97BE}">
      <dgm:prSet/>
      <dgm:spPr/>
      <dgm:t>
        <a:bodyPr/>
        <a:lstStyle/>
        <a:p>
          <a:endParaRPr lang="en-IN"/>
        </a:p>
      </dgm:t>
    </dgm:pt>
    <dgm:pt modelId="{0F9FB824-9117-40AC-BE2B-4DE497A2EB84}" type="sibTrans" cxnId="{1D1924AD-9547-4730-9A08-5E58402E97BE}">
      <dgm:prSet/>
      <dgm:spPr/>
      <dgm:t>
        <a:bodyPr/>
        <a:lstStyle/>
        <a:p>
          <a:endParaRPr lang="en-IN"/>
        </a:p>
      </dgm:t>
    </dgm:pt>
    <dgm:pt modelId="{5BFD0D55-FE5E-4C29-A4B6-FF172B339D9C}">
      <dgm:prSet/>
      <dgm:spPr/>
      <dgm:t>
        <a:bodyPr/>
        <a:lstStyle/>
        <a:p>
          <a:r>
            <a:rPr lang="en-US"/>
            <a:t>- Any billing beyond 90 days will not be considered for incentive calculations.</a:t>
          </a:r>
          <a:endParaRPr lang="en-IN"/>
        </a:p>
      </dgm:t>
    </dgm:pt>
    <dgm:pt modelId="{B9210BA4-561D-48B0-98CC-F5A0A5BD91DE}" type="parTrans" cxnId="{60F684E8-FA00-4310-A9C8-C051AC773223}">
      <dgm:prSet/>
      <dgm:spPr/>
      <dgm:t>
        <a:bodyPr/>
        <a:lstStyle/>
        <a:p>
          <a:endParaRPr lang="en-IN"/>
        </a:p>
      </dgm:t>
    </dgm:pt>
    <dgm:pt modelId="{4A1EA4C4-001B-4F65-BDCC-CB566ACF3804}" type="sibTrans" cxnId="{60F684E8-FA00-4310-A9C8-C051AC773223}">
      <dgm:prSet/>
      <dgm:spPr/>
      <dgm:t>
        <a:bodyPr/>
        <a:lstStyle/>
        <a:p>
          <a:endParaRPr lang="en-IN"/>
        </a:p>
      </dgm:t>
    </dgm:pt>
    <dgm:pt modelId="{4527BF82-AABB-4F79-8DBC-802C7E622B93}">
      <dgm:prSet/>
      <dgm:spPr/>
      <dgm:t>
        <a:bodyPr/>
        <a:lstStyle/>
        <a:p>
          <a:r>
            <a:rPr lang="en-US"/>
            <a:t>- Advance payment should include at least 25%.</a:t>
          </a:r>
          <a:endParaRPr lang="en-IN"/>
        </a:p>
      </dgm:t>
    </dgm:pt>
    <dgm:pt modelId="{CBC9C93C-B48F-4616-8575-DDA018A485A1}" type="parTrans" cxnId="{8C5CEAF7-9D24-447A-AA67-620CD28D50BD}">
      <dgm:prSet/>
      <dgm:spPr/>
      <dgm:t>
        <a:bodyPr/>
        <a:lstStyle/>
        <a:p>
          <a:endParaRPr lang="en-IN"/>
        </a:p>
      </dgm:t>
    </dgm:pt>
    <dgm:pt modelId="{6096FD38-4E1F-4E1D-B35A-4687A9477E09}" type="sibTrans" cxnId="{8C5CEAF7-9D24-447A-AA67-620CD28D50BD}">
      <dgm:prSet/>
      <dgm:spPr/>
      <dgm:t>
        <a:bodyPr/>
        <a:lstStyle/>
        <a:p>
          <a:endParaRPr lang="en-IN"/>
        </a:p>
      </dgm:t>
    </dgm:pt>
    <dgm:pt modelId="{90298646-4E70-46AA-A989-B7125FCCFA89}">
      <dgm:prSet/>
      <dgm:spPr/>
      <dgm:t>
        <a:bodyPr/>
        <a:lstStyle/>
        <a:p>
          <a:r>
            <a:rPr lang="en-US"/>
            <a:t>- 75% of the payment must be collected prior to pushing to production.</a:t>
          </a:r>
          <a:endParaRPr lang="en-IN"/>
        </a:p>
      </dgm:t>
    </dgm:pt>
    <dgm:pt modelId="{1395D8DA-AE51-415D-81F9-2D57D627CD32}" type="parTrans" cxnId="{33D9E420-A1B3-4FE1-808F-4AF5D6B6371D}">
      <dgm:prSet/>
      <dgm:spPr/>
      <dgm:t>
        <a:bodyPr/>
        <a:lstStyle/>
        <a:p>
          <a:endParaRPr lang="en-IN"/>
        </a:p>
      </dgm:t>
    </dgm:pt>
    <dgm:pt modelId="{10AA5966-C34B-471B-9574-5CE467A9C205}" type="sibTrans" cxnId="{33D9E420-A1B3-4FE1-808F-4AF5D6B6371D}">
      <dgm:prSet/>
      <dgm:spPr/>
      <dgm:t>
        <a:bodyPr/>
        <a:lstStyle/>
        <a:p>
          <a:endParaRPr lang="en-IN"/>
        </a:p>
      </dgm:t>
    </dgm:pt>
    <dgm:pt modelId="{DF6C177E-E2C3-4DCB-9B82-8D6C3F484F0F}">
      <dgm:prSet/>
      <dgm:spPr/>
      <dgm:t>
        <a:bodyPr/>
        <a:lstStyle/>
        <a:p>
          <a:r>
            <a:rPr lang="en-US"/>
            <a:t>- Capturing all data in CRM is mandatory.</a:t>
          </a:r>
          <a:endParaRPr lang="en-IN"/>
        </a:p>
      </dgm:t>
    </dgm:pt>
    <dgm:pt modelId="{61576C71-0145-426F-B293-A322AC442723}" type="parTrans" cxnId="{206CB2FF-FE59-42E9-BF8D-C2E33EAF768E}">
      <dgm:prSet/>
      <dgm:spPr/>
      <dgm:t>
        <a:bodyPr/>
        <a:lstStyle/>
        <a:p>
          <a:endParaRPr lang="en-IN"/>
        </a:p>
      </dgm:t>
    </dgm:pt>
    <dgm:pt modelId="{78CF998E-5D99-4150-9EF0-7F089D8E9B58}" type="sibTrans" cxnId="{206CB2FF-FE59-42E9-BF8D-C2E33EAF768E}">
      <dgm:prSet/>
      <dgm:spPr/>
      <dgm:t>
        <a:bodyPr/>
        <a:lstStyle/>
        <a:p>
          <a:endParaRPr lang="en-IN"/>
        </a:p>
      </dgm:t>
    </dgm:pt>
    <dgm:pt modelId="{FA69F900-E733-45A4-B4F5-48E92C967E04}" type="pres">
      <dgm:prSet presAssocID="{75362BFE-C4BF-404E-8A80-E4C60427F7A7}" presName="compositeShape" presStyleCnt="0">
        <dgm:presLayoutVars>
          <dgm:dir/>
          <dgm:resizeHandles/>
        </dgm:presLayoutVars>
      </dgm:prSet>
      <dgm:spPr/>
    </dgm:pt>
    <dgm:pt modelId="{1B5FC03A-6256-46BC-AAC4-35B1A815FFDC}" type="pres">
      <dgm:prSet presAssocID="{75362BFE-C4BF-404E-8A80-E4C60427F7A7}" presName="pyramid" presStyleLbl="node1" presStyleIdx="0" presStyleCnt="1"/>
      <dgm:spPr/>
    </dgm:pt>
    <dgm:pt modelId="{3E62EC3F-8A05-4073-8748-115C6155C28A}" type="pres">
      <dgm:prSet presAssocID="{75362BFE-C4BF-404E-8A80-E4C60427F7A7}" presName="theList" presStyleCnt="0"/>
      <dgm:spPr/>
    </dgm:pt>
    <dgm:pt modelId="{790F98F7-1E2B-42BD-9061-D74FCD0F7296}" type="pres">
      <dgm:prSet presAssocID="{F8179D44-5658-4CB9-82F4-68E2AE8F21CF}" presName="aNode" presStyleLbl="fgAcc1" presStyleIdx="0" presStyleCnt="6">
        <dgm:presLayoutVars>
          <dgm:bulletEnabled val="1"/>
        </dgm:presLayoutVars>
      </dgm:prSet>
      <dgm:spPr/>
    </dgm:pt>
    <dgm:pt modelId="{03B48C76-3D1F-403A-BE09-A2E1A9A2D313}" type="pres">
      <dgm:prSet presAssocID="{F8179D44-5658-4CB9-82F4-68E2AE8F21CF}" presName="aSpace" presStyleCnt="0"/>
      <dgm:spPr/>
    </dgm:pt>
    <dgm:pt modelId="{34527E83-A0A5-4A0D-A935-F6014092605E}" type="pres">
      <dgm:prSet presAssocID="{1F63BB86-51D1-4060-ACCE-959032853AB2}" presName="aNode" presStyleLbl="fgAcc1" presStyleIdx="1" presStyleCnt="6">
        <dgm:presLayoutVars>
          <dgm:bulletEnabled val="1"/>
        </dgm:presLayoutVars>
      </dgm:prSet>
      <dgm:spPr/>
    </dgm:pt>
    <dgm:pt modelId="{2E8AB853-15D7-4997-A2E4-F170DC2E4114}" type="pres">
      <dgm:prSet presAssocID="{1F63BB86-51D1-4060-ACCE-959032853AB2}" presName="aSpace" presStyleCnt="0"/>
      <dgm:spPr/>
    </dgm:pt>
    <dgm:pt modelId="{2DCE83B7-AA1B-4EDC-BB23-8923712E1A98}" type="pres">
      <dgm:prSet presAssocID="{5BFD0D55-FE5E-4C29-A4B6-FF172B339D9C}" presName="aNode" presStyleLbl="fgAcc1" presStyleIdx="2" presStyleCnt="6">
        <dgm:presLayoutVars>
          <dgm:bulletEnabled val="1"/>
        </dgm:presLayoutVars>
      </dgm:prSet>
      <dgm:spPr/>
    </dgm:pt>
    <dgm:pt modelId="{4DF39EAD-77BE-48FA-9856-B508C477357A}" type="pres">
      <dgm:prSet presAssocID="{5BFD0D55-FE5E-4C29-A4B6-FF172B339D9C}" presName="aSpace" presStyleCnt="0"/>
      <dgm:spPr/>
    </dgm:pt>
    <dgm:pt modelId="{77399B5A-3DC7-4641-AB0C-3E5915E04444}" type="pres">
      <dgm:prSet presAssocID="{4527BF82-AABB-4F79-8DBC-802C7E622B93}" presName="aNode" presStyleLbl="fgAcc1" presStyleIdx="3" presStyleCnt="6">
        <dgm:presLayoutVars>
          <dgm:bulletEnabled val="1"/>
        </dgm:presLayoutVars>
      </dgm:prSet>
      <dgm:spPr/>
    </dgm:pt>
    <dgm:pt modelId="{1A7CE506-4657-4BFB-9194-34F8C68D1C38}" type="pres">
      <dgm:prSet presAssocID="{4527BF82-AABB-4F79-8DBC-802C7E622B93}" presName="aSpace" presStyleCnt="0"/>
      <dgm:spPr/>
    </dgm:pt>
    <dgm:pt modelId="{F80E15C6-E583-42E7-A8FC-3AE598539D9B}" type="pres">
      <dgm:prSet presAssocID="{90298646-4E70-46AA-A989-B7125FCCFA89}" presName="aNode" presStyleLbl="fgAcc1" presStyleIdx="4" presStyleCnt="6">
        <dgm:presLayoutVars>
          <dgm:bulletEnabled val="1"/>
        </dgm:presLayoutVars>
      </dgm:prSet>
      <dgm:spPr/>
    </dgm:pt>
    <dgm:pt modelId="{B7AC26C6-7383-4545-93B0-3E4C503A0B93}" type="pres">
      <dgm:prSet presAssocID="{90298646-4E70-46AA-A989-B7125FCCFA89}" presName="aSpace" presStyleCnt="0"/>
      <dgm:spPr/>
    </dgm:pt>
    <dgm:pt modelId="{FF5A85D0-4E74-4164-ACA0-FB37C2E4B820}" type="pres">
      <dgm:prSet presAssocID="{DF6C177E-E2C3-4DCB-9B82-8D6C3F484F0F}" presName="aNode" presStyleLbl="fgAcc1" presStyleIdx="5" presStyleCnt="6">
        <dgm:presLayoutVars>
          <dgm:bulletEnabled val="1"/>
        </dgm:presLayoutVars>
      </dgm:prSet>
      <dgm:spPr/>
    </dgm:pt>
    <dgm:pt modelId="{FDC83816-A1D9-45B6-B6C6-2E607A15FD3A}" type="pres">
      <dgm:prSet presAssocID="{DF6C177E-E2C3-4DCB-9B82-8D6C3F484F0F}" presName="aSpace" presStyleCnt="0"/>
      <dgm:spPr/>
    </dgm:pt>
  </dgm:ptLst>
  <dgm:cxnLst>
    <dgm:cxn modelId="{FDBCD303-0EEA-40EA-8C7F-149E7E7AC72C}" type="presOf" srcId="{75362BFE-C4BF-404E-8A80-E4C60427F7A7}" destId="{FA69F900-E733-45A4-B4F5-48E92C967E04}" srcOrd="0" destOrd="0" presId="urn:microsoft.com/office/officeart/2005/8/layout/pyramid2"/>
    <dgm:cxn modelId="{34B92C06-6514-4EF4-9A7D-630B4A6CAA93}" type="presOf" srcId="{4527BF82-AABB-4F79-8DBC-802C7E622B93}" destId="{77399B5A-3DC7-4641-AB0C-3E5915E04444}" srcOrd="0" destOrd="0" presId="urn:microsoft.com/office/officeart/2005/8/layout/pyramid2"/>
    <dgm:cxn modelId="{DB148117-57D1-41FF-8727-E1D238BCF5C9}" srcId="{75362BFE-C4BF-404E-8A80-E4C60427F7A7}" destId="{F8179D44-5658-4CB9-82F4-68E2AE8F21CF}" srcOrd="0" destOrd="0" parTransId="{7DAD881B-E111-4DFA-A923-00E134C39AE5}" sibTransId="{77BABE76-85AF-4D47-B700-223DCA9D0516}"/>
    <dgm:cxn modelId="{33D9E420-A1B3-4FE1-808F-4AF5D6B6371D}" srcId="{75362BFE-C4BF-404E-8A80-E4C60427F7A7}" destId="{90298646-4E70-46AA-A989-B7125FCCFA89}" srcOrd="4" destOrd="0" parTransId="{1395D8DA-AE51-415D-81F9-2D57D627CD32}" sibTransId="{10AA5966-C34B-471B-9574-5CE467A9C205}"/>
    <dgm:cxn modelId="{D9B29392-4069-44AC-BAD0-047AF85E7CB4}" type="presOf" srcId="{F8179D44-5658-4CB9-82F4-68E2AE8F21CF}" destId="{790F98F7-1E2B-42BD-9061-D74FCD0F7296}" srcOrd="0" destOrd="0" presId="urn:microsoft.com/office/officeart/2005/8/layout/pyramid2"/>
    <dgm:cxn modelId="{1D1924AD-9547-4730-9A08-5E58402E97BE}" srcId="{75362BFE-C4BF-404E-8A80-E4C60427F7A7}" destId="{1F63BB86-51D1-4060-ACCE-959032853AB2}" srcOrd="1" destOrd="0" parTransId="{50258CD5-E894-4E8B-B317-FEC40941914D}" sibTransId="{0F9FB824-9117-40AC-BE2B-4DE497A2EB84}"/>
    <dgm:cxn modelId="{A9B978AD-02F7-4FBB-A0C4-871963D932D3}" type="presOf" srcId="{DF6C177E-E2C3-4DCB-9B82-8D6C3F484F0F}" destId="{FF5A85D0-4E74-4164-ACA0-FB37C2E4B820}" srcOrd="0" destOrd="0" presId="urn:microsoft.com/office/officeart/2005/8/layout/pyramid2"/>
    <dgm:cxn modelId="{1ED4FCCF-0C5A-4FF2-9FE8-942A8FBE1E04}" type="presOf" srcId="{5BFD0D55-FE5E-4C29-A4B6-FF172B339D9C}" destId="{2DCE83B7-AA1B-4EDC-BB23-8923712E1A98}" srcOrd="0" destOrd="0" presId="urn:microsoft.com/office/officeart/2005/8/layout/pyramid2"/>
    <dgm:cxn modelId="{E936E4E3-8A9E-4711-A7B1-F002F5F43A5E}" type="presOf" srcId="{1F63BB86-51D1-4060-ACCE-959032853AB2}" destId="{34527E83-A0A5-4A0D-A935-F6014092605E}" srcOrd="0" destOrd="0" presId="urn:microsoft.com/office/officeart/2005/8/layout/pyramid2"/>
    <dgm:cxn modelId="{60F684E8-FA00-4310-A9C8-C051AC773223}" srcId="{75362BFE-C4BF-404E-8A80-E4C60427F7A7}" destId="{5BFD0D55-FE5E-4C29-A4B6-FF172B339D9C}" srcOrd="2" destOrd="0" parTransId="{B9210BA4-561D-48B0-98CC-F5A0A5BD91DE}" sibTransId="{4A1EA4C4-001B-4F65-BDCC-CB566ACF3804}"/>
    <dgm:cxn modelId="{8C5CEAF7-9D24-447A-AA67-620CD28D50BD}" srcId="{75362BFE-C4BF-404E-8A80-E4C60427F7A7}" destId="{4527BF82-AABB-4F79-8DBC-802C7E622B93}" srcOrd="3" destOrd="0" parTransId="{CBC9C93C-B48F-4616-8575-DDA018A485A1}" sibTransId="{6096FD38-4E1F-4E1D-B35A-4687A9477E09}"/>
    <dgm:cxn modelId="{37F8D9FC-8C39-49A7-BD5A-3EF785A2DF76}" type="presOf" srcId="{90298646-4E70-46AA-A989-B7125FCCFA89}" destId="{F80E15C6-E583-42E7-A8FC-3AE598539D9B}" srcOrd="0" destOrd="0" presId="urn:microsoft.com/office/officeart/2005/8/layout/pyramid2"/>
    <dgm:cxn modelId="{206CB2FF-FE59-42E9-BF8D-C2E33EAF768E}" srcId="{75362BFE-C4BF-404E-8A80-E4C60427F7A7}" destId="{DF6C177E-E2C3-4DCB-9B82-8D6C3F484F0F}" srcOrd="5" destOrd="0" parTransId="{61576C71-0145-426F-B293-A322AC442723}" sibTransId="{78CF998E-5D99-4150-9EF0-7F089D8E9B58}"/>
    <dgm:cxn modelId="{D8BFE9BB-9C0A-488F-AEF1-5E5C9F69454F}" type="presParOf" srcId="{FA69F900-E733-45A4-B4F5-48E92C967E04}" destId="{1B5FC03A-6256-46BC-AAC4-35B1A815FFDC}" srcOrd="0" destOrd="0" presId="urn:microsoft.com/office/officeart/2005/8/layout/pyramid2"/>
    <dgm:cxn modelId="{62B35155-3E14-4664-B3F4-C7F4574701CA}" type="presParOf" srcId="{FA69F900-E733-45A4-B4F5-48E92C967E04}" destId="{3E62EC3F-8A05-4073-8748-115C6155C28A}" srcOrd="1" destOrd="0" presId="urn:microsoft.com/office/officeart/2005/8/layout/pyramid2"/>
    <dgm:cxn modelId="{4E36B8AB-0D58-4819-82E2-8C7D1FEF9E84}" type="presParOf" srcId="{3E62EC3F-8A05-4073-8748-115C6155C28A}" destId="{790F98F7-1E2B-42BD-9061-D74FCD0F7296}" srcOrd="0" destOrd="0" presId="urn:microsoft.com/office/officeart/2005/8/layout/pyramid2"/>
    <dgm:cxn modelId="{01EBBC3A-015C-4E63-AFC7-5C7DD6056D3D}" type="presParOf" srcId="{3E62EC3F-8A05-4073-8748-115C6155C28A}" destId="{03B48C76-3D1F-403A-BE09-A2E1A9A2D313}" srcOrd="1" destOrd="0" presId="urn:microsoft.com/office/officeart/2005/8/layout/pyramid2"/>
    <dgm:cxn modelId="{29020011-4A34-47FE-B441-6539E96CCDCF}" type="presParOf" srcId="{3E62EC3F-8A05-4073-8748-115C6155C28A}" destId="{34527E83-A0A5-4A0D-A935-F6014092605E}" srcOrd="2" destOrd="0" presId="urn:microsoft.com/office/officeart/2005/8/layout/pyramid2"/>
    <dgm:cxn modelId="{A8025245-0A21-4255-AB1C-958C29B0B3E5}" type="presParOf" srcId="{3E62EC3F-8A05-4073-8748-115C6155C28A}" destId="{2E8AB853-15D7-4997-A2E4-F170DC2E4114}" srcOrd="3" destOrd="0" presId="urn:microsoft.com/office/officeart/2005/8/layout/pyramid2"/>
    <dgm:cxn modelId="{16879D81-276E-434F-895C-4B5BFB490D70}" type="presParOf" srcId="{3E62EC3F-8A05-4073-8748-115C6155C28A}" destId="{2DCE83B7-AA1B-4EDC-BB23-8923712E1A98}" srcOrd="4" destOrd="0" presId="urn:microsoft.com/office/officeart/2005/8/layout/pyramid2"/>
    <dgm:cxn modelId="{017513B3-D525-4594-8103-D8E192FE536B}" type="presParOf" srcId="{3E62EC3F-8A05-4073-8748-115C6155C28A}" destId="{4DF39EAD-77BE-48FA-9856-B508C477357A}" srcOrd="5" destOrd="0" presId="urn:microsoft.com/office/officeart/2005/8/layout/pyramid2"/>
    <dgm:cxn modelId="{17204067-20E2-4FC5-AAD4-9FACB92B265C}" type="presParOf" srcId="{3E62EC3F-8A05-4073-8748-115C6155C28A}" destId="{77399B5A-3DC7-4641-AB0C-3E5915E04444}" srcOrd="6" destOrd="0" presId="urn:microsoft.com/office/officeart/2005/8/layout/pyramid2"/>
    <dgm:cxn modelId="{B8CFB943-F320-4033-9B27-C0911F7E2646}" type="presParOf" srcId="{3E62EC3F-8A05-4073-8748-115C6155C28A}" destId="{1A7CE506-4657-4BFB-9194-34F8C68D1C38}" srcOrd="7" destOrd="0" presId="urn:microsoft.com/office/officeart/2005/8/layout/pyramid2"/>
    <dgm:cxn modelId="{48643850-1772-4588-B8E1-638CABA37AA8}" type="presParOf" srcId="{3E62EC3F-8A05-4073-8748-115C6155C28A}" destId="{F80E15C6-E583-42E7-A8FC-3AE598539D9B}" srcOrd="8" destOrd="0" presId="urn:microsoft.com/office/officeart/2005/8/layout/pyramid2"/>
    <dgm:cxn modelId="{81353D58-4D50-47AC-A3EE-55F23B740FA7}" type="presParOf" srcId="{3E62EC3F-8A05-4073-8748-115C6155C28A}" destId="{B7AC26C6-7383-4545-93B0-3E4C503A0B93}" srcOrd="9" destOrd="0" presId="urn:microsoft.com/office/officeart/2005/8/layout/pyramid2"/>
    <dgm:cxn modelId="{FC7250C2-62A5-4BB9-B98E-6FDDC34E21D4}" type="presParOf" srcId="{3E62EC3F-8A05-4073-8748-115C6155C28A}" destId="{FF5A85D0-4E74-4164-ACA0-FB37C2E4B820}" srcOrd="10" destOrd="0" presId="urn:microsoft.com/office/officeart/2005/8/layout/pyramid2"/>
    <dgm:cxn modelId="{CAB8B9D0-2446-4D81-8CCC-E207853DCCE5}" type="presParOf" srcId="{3E62EC3F-8A05-4073-8748-115C6155C28A}" destId="{FDC83816-A1D9-45B6-B6C6-2E607A15FD3A}" srcOrd="1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66D63-50AE-47DA-A3E7-1E6B72961D5D}">
      <dsp:nvSpPr>
        <dsp:cNvPr id="0" name=""/>
        <dsp:cNvSpPr/>
      </dsp:nvSpPr>
      <dsp:spPr>
        <a:xfrm>
          <a:off x="0" y="0"/>
          <a:ext cx="2309541" cy="43226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All sales personnel must wear clean formal attire from Monday to Friday.  </a:t>
          </a:r>
          <a:endParaRPr lang="en-IN" sz="1800" kern="1200" dirty="0"/>
        </a:p>
      </dsp:txBody>
      <dsp:txXfrm>
        <a:off x="0" y="1729045"/>
        <a:ext cx="2309541" cy="1729045"/>
      </dsp:txXfrm>
    </dsp:sp>
    <dsp:sp modelId="{7878DB34-494C-44AA-AF2A-AF33732F909A}">
      <dsp:nvSpPr>
        <dsp:cNvPr id="0" name=""/>
        <dsp:cNvSpPr/>
      </dsp:nvSpPr>
      <dsp:spPr>
        <a:xfrm>
          <a:off x="435055" y="86250"/>
          <a:ext cx="1439430" cy="143943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5EA1D-348E-4ABB-83D9-0CD0503D6C2E}">
      <dsp:nvSpPr>
        <dsp:cNvPr id="0" name=""/>
        <dsp:cNvSpPr/>
      </dsp:nvSpPr>
      <dsp:spPr>
        <a:xfrm>
          <a:off x="2378828" y="0"/>
          <a:ext cx="2309541" cy="43226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Punctuality should be maintained for appointments, as this is currently not being followed.  </a:t>
          </a:r>
          <a:endParaRPr lang="en-IN" sz="1800" kern="1200" dirty="0"/>
        </a:p>
      </dsp:txBody>
      <dsp:txXfrm>
        <a:off x="2378828" y="1729045"/>
        <a:ext cx="2309541" cy="1729045"/>
      </dsp:txXfrm>
    </dsp:sp>
    <dsp:sp modelId="{88AC0C87-A8F3-409A-8CA4-B4652C00268F}">
      <dsp:nvSpPr>
        <dsp:cNvPr id="0" name=""/>
        <dsp:cNvSpPr/>
      </dsp:nvSpPr>
      <dsp:spPr>
        <a:xfrm>
          <a:off x="2813884" y="86250"/>
          <a:ext cx="1439430" cy="1439430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6EFA54-FE24-4BDB-AA90-5CC1C41AA584}">
      <dsp:nvSpPr>
        <dsp:cNvPr id="0" name=""/>
        <dsp:cNvSpPr/>
      </dsp:nvSpPr>
      <dsp:spPr>
        <a:xfrm>
          <a:off x="4764585" y="0"/>
          <a:ext cx="2309541" cy="43226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Sales teams must leave for the field promptly at 11:00 AM.  </a:t>
          </a:r>
          <a:endParaRPr lang="en-IN" sz="1800" kern="1200" dirty="0"/>
        </a:p>
      </dsp:txBody>
      <dsp:txXfrm>
        <a:off x="4764585" y="1729045"/>
        <a:ext cx="2309541" cy="1729045"/>
      </dsp:txXfrm>
    </dsp:sp>
    <dsp:sp modelId="{C9B5F83C-4560-4FF0-B86F-9C3FE888CB2E}">
      <dsp:nvSpPr>
        <dsp:cNvPr id="0" name=""/>
        <dsp:cNvSpPr/>
      </dsp:nvSpPr>
      <dsp:spPr>
        <a:xfrm>
          <a:off x="5192712" y="86250"/>
          <a:ext cx="1439430" cy="143943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0" r="-30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114E6-43AD-4667-9FA5-5353830CC36D}">
      <dsp:nvSpPr>
        <dsp:cNvPr id="0" name=""/>
        <dsp:cNvSpPr/>
      </dsp:nvSpPr>
      <dsp:spPr>
        <a:xfrm>
          <a:off x="7136484" y="0"/>
          <a:ext cx="2309541" cy="43226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Complaints must be addressed immediately and resolved within three days.  </a:t>
          </a:r>
          <a:endParaRPr lang="en-IN" sz="1800" kern="1200" dirty="0"/>
        </a:p>
      </dsp:txBody>
      <dsp:txXfrm>
        <a:off x="7136484" y="1729045"/>
        <a:ext cx="2309541" cy="1729045"/>
      </dsp:txXfrm>
    </dsp:sp>
    <dsp:sp modelId="{B18862C6-2984-4023-BB7B-FFA661DB9156}">
      <dsp:nvSpPr>
        <dsp:cNvPr id="0" name=""/>
        <dsp:cNvSpPr/>
      </dsp:nvSpPr>
      <dsp:spPr>
        <a:xfrm>
          <a:off x="7571540" y="86250"/>
          <a:ext cx="1439430" cy="1439430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A05869-1964-4903-9D3C-F3948BF81996}">
      <dsp:nvSpPr>
        <dsp:cNvPr id="0" name=""/>
        <dsp:cNvSpPr/>
      </dsp:nvSpPr>
      <dsp:spPr>
        <a:xfrm>
          <a:off x="9515313" y="0"/>
          <a:ext cx="2309541" cy="43226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Customers should not have to follow up with sales regarding complaints—it is the responsibility of operations to resolve them, which is currently lagging.</a:t>
          </a:r>
          <a:endParaRPr lang="en-IN" sz="1800" kern="1200" dirty="0"/>
        </a:p>
      </dsp:txBody>
      <dsp:txXfrm>
        <a:off x="9515313" y="1729045"/>
        <a:ext cx="2309541" cy="1729045"/>
      </dsp:txXfrm>
    </dsp:sp>
    <dsp:sp modelId="{F5F3294C-7092-4983-840B-51FD39CD4531}">
      <dsp:nvSpPr>
        <dsp:cNvPr id="0" name=""/>
        <dsp:cNvSpPr/>
      </dsp:nvSpPr>
      <dsp:spPr>
        <a:xfrm>
          <a:off x="9950368" y="86250"/>
          <a:ext cx="1439430" cy="143943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A99A2-489F-47F3-B08E-64320C1A44A9}">
      <dsp:nvSpPr>
        <dsp:cNvPr id="0" name=""/>
        <dsp:cNvSpPr/>
      </dsp:nvSpPr>
      <dsp:spPr>
        <a:xfrm>
          <a:off x="893625" y="3561998"/>
          <a:ext cx="10245390" cy="760615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83683-8310-40C5-B26B-500B4E055C0C}">
      <dsp:nvSpPr>
        <dsp:cNvPr id="0" name=""/>
        <dsp:cNvSpPr/>
      </dsp:nvSpPr>
      <dsp:spPr>
        <a:xfrm>
          <a:off x="0" y="1"/>
          <a:ext cx="2153923" cy="52321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OPERATIONS:</a:t>
          </a:r>
        </a:p>
      </dsp:txBody>
      <dsp:txXfrm>
        <a:off x="25541" y="25542"/>
        <a:ext cx="2102841" cy="4721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0AD59-E1C8-4F7E-8A10-D28502C53710}">
      <dsp:nvSpPr>
        <dsp:cNvPr id="0" name=""/>
        <dsp:cNvSpPr/>
      </dsp:nvSpPr>
      <dsp:spPr>
        <a:xfrm rot="2563409">
          <a:off x="2965641" y="4260761"/>
          <a:ext cx="927092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927092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419377-210E-4B9C-8DFE-467273C82B92}">
      <dsp:nvSpPr>
        <dsp:cNvPr id="0" name=""/>
        <dsp:cNvSpPr/>
      </dsp:nvSpPr>
      <dsp:spPr>
        <a:xfrm>
          <a:off x="3088649" y="2989658"/>
          <a:ext cx="1031739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031739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82A351-4138-41AC-A42F-48C49C7D4994}">
      <dsp:nvSpPr>
        <dsp:cNvPr id="0" name=""/>
        <dsp:cNvSpPr/>
      </dsp:nvSpPr>
      <dsp:spPr>
        <a:xfrm rot="19103944">
          <a:off x="2952214" y="1710833"/>
          <a:ext cx="1081902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081902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879EF7-AACA-4408-8F04-AE997934D9BF}">
      <dsp:nvSpPr>
        <dsp:cNvPr id="0" name=""/>
        <dsp:cNvSpPr/>
      </dsp:nvSpPr>
      <dsp:spPr>
        <a:xfrm>
          <a:off x="573107" y="1538535"/>
          <a:ext cx="2959461" cy="295946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9C7B5-DE45-4E1B-983E-F92C64F28A5C}">
      <dsp:nvSpPr>
        <dsp:cNvPr id="0" name=""/>
        <dsp:cNvSpPr/>
      </dsp:nvSpPr>
      <dsp:spPr>
        <a:xfrm>
          <a:off x="3688757" y="1936"/>
          <a:ext cx="1656728" cy="16567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A complaints list must be maintained, and reports should be submitted on a weekly basis.  </a:t>
          </a:r>
          <a:endParaRPr lang="en-IN" sz="1100" kern="1200" dirty="0"/>
        </a:p>
      </dsp:txBody>
      <dsp:txXfrm>
        <a:off x="3931379" y="244558"/>
        <a:ext cx="1171484" cy="1171484"/>
      </dsp:txXfrm>
    </dsp:sp>
    <dsp:sp modelId="{76B38607-BF13-4BFB-BB62-E46EF2ECA139}">
      <dsp:nvSpPr>
        <dsp:cNvPr id="0" name=""/>
        <dsp:cNvSpPr/>
      </dsp:nvSpPr>
      <dsp:spPr>
        <a:xfrm>
          <a:off x="4120389" y="2130428"/>
          <a:ext cx="1775676" cy="17756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2. Minor complaints must be resolved within three days, while major complaints should be addressed within seven days.  </a:t>
          </a:r>
          <a:endParaRPr lang="en-IN" sz="1100" kern="1200"/>
        </a:p>
      </dsp:txBody>
      <dsp:txXfrm>
        <a:off x="4380431" y="2390470"/>
        <a:ext cx="1255592" cy="1255592"/>
      </dsp:txXfrm>
    </dsp:sp>
    <dsp:sp modelId="{C2EC5A39-E78A-440F-BC52-64050D08AD0D}">
      <dsp:nvSpPr>
        <dsp:cNvPr id="0" name=""/>
        <dsp:cNvSpPr/>
      </dsp:nvSpPr>
      <dsp:spPr>
        <a:xfrm>
          <a:off x="3534125" y="4318393"/>
          <a:ext cx="1775676" cy="17756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3. Emphasis should be placed on cost-cutting measures in transportation and labor charges.  </a:t>
          </a:r>
          <a:endParaRPr lang="en-IN" sz="1100" kern="1200"/>
        </a:p>
      </dsp:txBody>
      <dsp:txXfrm>
        <a:off x="3794167" y="4578435"/>
        <a:ext cx="1255592" cy="12555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63E7F-2232-4ADC-9F40-6E23F1365B78}">
      <dsp:nvSpPr>
        <dsp:cNvPr id="0" name=""/>
        <dsp:cNvSpPr/>
      </dsp:nvSpPr>
      <dsp:spPr>
        <a:xfrm>
          <a:off x="0" y="706"/>
          <a:ext cx="2683565" cy="88648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CONDITIONS:</a:t>
          </a:r>
        </a:p>
      </dsp:txBody>
      <dsp:txXfrm>
        <a:off x="43274" y="43980"/>
        <a:ext cx="2597017" cy="7999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FC03A-6256-46BC-AAC4-35B1A815FFDC}">
      <dsp:nvSpPr>
        <dsp:cNvPr id="0" name=""/>
        <dsp:cNvSpPr/>
      </dsp:nvSpPr>
      <dsp:spPr>
        <a:xfrm>
          <a:off x="1725184" y="0"/>
          <a:ext cx="5146885" cy="514688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F98F7-1E2B-42BD-9061-D74FCD0F7296}">
      <dsp:nvSpPr>
        <dsp:cNvPr id="0" name=""/>
        <dsp:cNvSpPr/>
      </dsp:nvSpPr>
      <dsp:spPr>
        <a:xfrm>
          <a:off x="4298627" y="517453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Incentives will be calculated based on the basic value only.</a:t>
          </a:r>
          <a:endParaRPr lang="en-IN" sz="1500" kern="1200"/>
        </a:p>
      </dsp:txBody>
      <dsp:txXfrm>
        <a:off x="4328365" y="547191"/>
        <a:ext cx="3285999" cy="549706"/>
      </dsp:txXfrm>
    </dsp:sp>
    <dsp:sp modelId="{34527E83-A0A5-4A0D-A935-F6014092605E}">
      <dsp:nvSpPr>
        <dsp:cNvPr id="0" name=""/>
        <dsp:cNvSpPr/>
      </dsp:nvSpPr>
      <dsp:spPr>
        <a:xfrm>
          <a:off x="4298627" y="1202783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Billing must be completed within 90 days. </a:t>
          </a:r>
          <a:endParaRPr lang="en-IN" sz="1500" kern="1200"/>
        </a:p>
      </dsp:txBody>
      <dsp:txXfrm>
        <a:off x="4328365" y="1232521"/>
        <a:ext cx="3285999" cy="549706"/>
      </dsp:txXfrm>
    </dsp:sp>
    <dsp:sp modelId="{2DCE83B7-AA1B-4EDC-BB23-8923712E1A98}">
      <dsp:nvSpPr>
        <dsp:cNvPr id="0" name=""/>
        <dsp:cNvSpPr/>
      </dsp:nvSpPr>
      <dsp:spPr>
        <a:xfrm>
          <a:off x="4298627" y="1888113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Any billing beyond 90 days will not be considered for incentive calculations.</a:t>
          </a:r>
          <a:endParaRPr lang="en-IN" sz="1500" kern="1200"/>
        </a:p>
      </dsp:txBody>
      <dsp:txXfrm>
        <a:off x="4328365" y="1917851"/>
        <a:ext cx="3285999" cy="549706"/>
      </dsp:txXfrm>
    </dsp:sp>
    <dsp:sp modelId="{77399B5A-3DC7-4641-AB0C-3E5915E04444}">
      <dsp:nvSpPr>
        <dsp:cNvPr id="0" name=""/>
        <dsp:cNvSpPr/>
      </dsp:nvSpPr>
      <dsp:spPr>
        <a:xfrm>
          <a:off x="4298627" y="2573442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Advance payment should include at least 25%.</a:t>
          </a:r>
          <a:endParaRPr lang="en-IN" sz="1500" kern="1200"/>
        </a:p>
      </dsp:txBody>
      <dsp:txXfrm>
        <a:off x="4328365" y="2603180"/>
        <a:ext cx="3285999" cy="549706"/>
      </dsp:txXfrm>
    </dsp:sp>
    <dsp:sp modelId="{F80E15C6-E583-42E7-A8FC-3AE598539D9B}">
      <dsp:nvSpPr>
        <dsp:cNvPr id="0" name=""/>
        <dsp:cNvSpPr/>
      </dsp:nvSpPr>
      <dsp:spPr>
        <a:xfrm>
          <a:off x="4298627" y="3258772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- 75% of the payment must be collected prior to pushing to production.</a:t>
          </a:r>
          <a:endParaRPr lang="en-IN" sz="1500" kern="1200"/>
        </a:p>
      </dsp:txBody>
      <dsp:txXfrm>
        <a:off x="4328365" y="3288510"/>
        <a:ext cx="3285999" cy="549706"/>
      </dsp:txXfrm>
    </dsp:sp>
    <dsp:sp modelId="{FF5A85D0-4E74-4164-ACA0-FB37C2E4B820}">
      <dsp:nvSpPr>
        <dsp:cNvPr id="0" name=""/>
        <dsp:cNvSpPr/>
      </dsp:nvSpPr>
      <dsp:spPr>
        <a:xfrm>
          <a:off x="4298627" y="3944102"/>
          <a:ext cx="3345475" cy="609182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Capturing all data in CRM is mandatory.</a:t>
          </a:r>
          <a:endParaRPr lang="en-IN" sz="1500" kern="1200"/>
        </a:p>
      </dsp:txBody>
      <dsp:txXfrm>
        <a:off x="4328365" y="3973840"/>
        <a:ext cx="3285999" cy="54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681C-0B35-1CD3-F4B5-E999CB311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22E84-B8F9-7731-A415-47C9309FE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47D45-F33E-688D-86C9-B9DE0D42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E9CE8-0841-1AB2-1376-22C2F5A8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42626-4CF9-2309-5148-A7B4539E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0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B696-9E07-4E97-DAE4-7775E690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6F7A-0E84-6621-BC6A-EB4354C1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9D889-93D7-5DF9-718D-F5388A2B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5F5FA-8FDE-9DEB-0A5E-01486685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1942F-90FC-FABE-3DA7-59DE560A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7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B7CA-275D-F692-E82F-AA599CB9D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3BBB6-8565-23FC-39CC-3E408B28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D576-CF77-D787-9BA5-835D261A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BF2E-3050-2AC5-9699-1AC61EB16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D413-EC02-7E07-696E-8EE46745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96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2122-A6E1-DDD7-C6D9-FDB9B198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8B9EC-C361-2D14-0FB2-90084080D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46F59-6A85-202E-126C-0E143E1F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67FDD-BFD0-4534-3EE6-ACEFA1C3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3C1E3-9142-EDDB-7F9C-1585CA04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E6441-27C5-9490-AAF9-BF1BD8F9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6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7F38-1611-9828-836F-2E03E607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68C80-F36E-7AB7-A641-23C82DD7C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7204C-E370-B44A-B18A-554E06720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300FB1-414D-E2AF-21C4-E9B26ED13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4348B-2967-7540-7284-66B210248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BF30D-F746-B5FE-A3F8-859A0C71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3DF38F-CE94-FA49-B1F0-9DF58497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103245-7C9B-C4ED-C953-5ACD7EEA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7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1584-A2BD-277A-8E70-6F6119A3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BEAD8-EAF5-ECC8-17E1-BF57D9EB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39EAE-24ED-3051-F12F-055131CB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8FEF1-91DC-1226-6D2F-AFBB4C09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35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8FB67-37E7-5EC6-6CC5-8FEF5DA8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004CE-3F1E-62EF-066B-A091EBDF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AE4F1-F69C-793B-4C33-4930F85D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37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44C5-F4A9-B703-4E8D-AEA0A08A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93D5-B9E9-BED3-694D-8191ACC9B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ECAAC-2139-381E-CA63-9845CB896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BF59C-DB90-ED5E-3011-B98F1C55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C1941-25FD-1FA8-EC64-38E6A2A9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1C3E7-9CE2-0131-A7B4-8966234B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23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35C5-E4B5-BA32-7D83-24208BAB7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07D5-5787-88CA-08FA-0DFAC464A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07544-675B-80FB-24FE-53546CB1C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50B9B-6D1B-59B8-D014-9E241440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F541A-D223-F0D3-4348-0BF50FC4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568FE-94AB-822C-F0BB-D6289C35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8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DCD15-4938-2800-609E-C4E860F7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66089-B2C7-FEF7-332A-B13D0CCD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4A39-FAA6-C6EC-6B30-20F693FD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A183B-AA1C-EB2A-E361-5508AE14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F98B6-3ECB-A6D2-1C76-58B219CB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1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4C5DA5-7B9A-E9A3-7AB9-18551869E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54724C-7A01-8648-B32D-FA196A59B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955C7-E7B2-32FF-3AEB-BE44248CF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0160F-1CC0-A256-9AB6-50B51D87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90657-46E0-D7D1-17B4-C62EB6BA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0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2DAE19-47A9-4E5D-642C-373FEFFC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E1371-EB9F-C889-5429-01410B8AE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ABC3-CDC4-0209-713D-2696B7DB8B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6A71F-2C5C-475C-8441-81C89872D236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DF75-0D8F-C518-5B41-7D98CBD69E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CB953-51D1-C87C-C925-30F66B795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2549D-FABB-48D8-86CC-4DC4BBE3F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52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DB13-C7AF-2B0F-29D4-A44A89D94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0DC5A-9DD5-288C-5D24-28FDB92A5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3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6AF3F4D-A692-C855-5A23-DD0A809219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526301"/>
              </p:ext>
            </p:extLst>
          </p:nvPr>
        </p:nvGraphicFramePr>
        <p:xfrm>
          <a:off x="187036" y="1025241"/>
          <a:ext cx="11824855" cy="4322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B3A9D67-E968-2934-EC56-C112049D329F}"/>
              </a:ext>
            </a:extLst>
          </p:cNvPr>
          <p:cNvSpPr txBox="1"/>
          <p:nvPr/>
        </p:nvSpPr>
        <p:spPr>
          <a:xfrm>
            <a:off x="2985654" y="4613566"/>
            <a:ext cx="7579474" cy="706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i="1" dirty="0">
                <a:solidFill>
                  <a:srgbClr val="002060"/>
                </a:solidFill>
              </a:rPr>
              <a:t>TO BE STRICTLY MAINTAINED</a:t>
            </a:r>
          </a:p>
        </p:txBody>
      </p:sp>
    </p:spTree>
    <p:extLst>
      <p:ext uri="{BB962C8B-B14F-4D97-AF65-F5344CB8AC3E}">
        <p14:creationId xmlns:p14="http://schemas.microsoft.com/office/powerpoint/2010/main" val="382195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2FFBAD8-A2AA-8417-D050-EC7A7AE98E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604977"/>
              </p:ext>
            </p:extLst>
          </p:nvPr>
        </p:nvGraphicFramePr>
        <p:xfrm>
          <a:off x="1357745" y="831273"/>
          <a:ext cx="2153923" cy="523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4569CC5-BE05-5999-1976-21D6735FC0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468470"/>
              </p:ext>
            </p:extLst>
          </p:nvPr>
        </p:nvGraphicFramePr>
        <p:xfrm>
          <a:off x="2743200" y="498764"/>
          <a:ext cx="9310256" cy="6096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107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F857D9C-45D2-875D-B2EB-E3C781C989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0671257"/>
              </p:ext>
            </p:extLst>
          </p:nvPr>
        </p:nvGraphicFramePr>
        <p:xfrm>
          <a:off x="788505" y="185531"/>
          <a:ext cx="2683566" cy="887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F9879DA-AEC9-C764-CC83-F9F1116F4C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055371"/>
              </p:ext>
            </p:extLst>
          </p:nvPr>
        </p:nvGraphicFramePr>
        <p:xfrm>
          <a:off x="1053547" y="1345096"/>
          <a:ext cx="9369287" cy="5146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07540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EC9A1FF-B015-D56E-8381-9AC74E344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584443"/>
              </p:ext>
            </p:extLst>
          </p:nvPr>
        </p:nvGraphicFramePr>
        <p:xfrm>
          <a:off x="1341783" y="1994728"/>
          <a:ext cx="9219418" cy="2868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05156" imgH="1090475" progId="Excel.Sheet.12">
                  <p:embed/>
                </p:oleObj>
              </mc:Choice>
              <mc:Fallback>
                <p:oleObj name="Worksheet" r:id="rId2" imgW="3505156" imgH="10904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1783" y="1994728"/>
                        <a:ext cx="9219418" cy="2868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5663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0607286-9B96-CB5B-B47F-29D67221B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80807"/>
              </p:ext>
            </p:extLst>
          </p:nvPr>
        </p:nvGraphicFramePr>
        <p:xfrm>
          <a:off x="1435600" y="1978956"/>
          <a:ext cx="9320799" cy="29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05156" imgH="1090475" progId="Excel.Sheet.12">
                  <p:embed/>
                </p:oleObj>
              </mc:Choice>
              <mc:Fallback>
                <p:oleObj name="Worksheet" r:id="rId2" imgW="3505156" imgH="10904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35600" y="1978956"/>
                        <a:ext cx="9320799" cy="2900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48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93CD258-658C-C8D3-31F2-4B7871386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547849"/>
              </p:ext>
            </p:extLst>
          </p:nvPr>
        </p:nvGraphicFramePr>
        <p:xfrm>
          <a:off x="1360488" y="2033588"/>
          <a:ext cx="9710737" cy="302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05156" imgH="1090475" progId="Excel.Sheet.12">
                  <p:embed/>
                </p:oleObj>
              </mc:Choice>
              <mc:Fallback>
                <p:oleObj name="Worksheet" r:id="rId2" imgW="3505156" imgH="10904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0488" y="2033588"/>
                        <a:ext cx="9710737" cy="302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782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001DC8E-5FC7-A4EF-150F-04719A9ED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239066"/>
              </p:ext>
            </p:extLst>
          </p:nvPr>
        </p:nvGraphicFramePr>
        <p:xfrm>
          <a:off x="1503079" y="1736035"/>
          <a:ext cx="9029086" cy="3275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05156" imgH="1271425" progId="Excel.Sheet.12">
                  <p:embed/>
                </p:oleObj>
              </mc:Choice>
              <mc:Fallback>
                <p:oleObj name="Worksheet" r:id="rId2" imgW="3505156" imgH="12714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03079" y="1736035"/>
                        <a:ext cx="9029086" cy="32754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3017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209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Jayakumar R M</dc:creator>
  <cp:lastModifiedBy>Jayakumar R M</cp:lastModifiedBy>
  <cp:revision>1</cp:revision>
  <dcterms:created xsi:type="dcterms:W3CDTF">2025-03-31T14:35:46Z</dcterms:created>
  <dcterms:modified xsi:type="dcterms:W3CDTF">2025-03-31T14:53:41Z</dcterms:modified>
</cp:coreProperties>
</file>