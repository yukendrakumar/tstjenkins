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573DDE7-6D36-4A17-8EE9-8DD06162EA04}" v="39" dt="2025-08-10T14:42:44.37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7" autoAdjust="0"/>
    <p:restoredTop sz="94660"/>
  </p:normalViewPr>
  <p:slideViewPr>
    <p:cSldViewPr snapToGrid="0">
      <p:cViewPr varScale="1">
        <p:scale>
          <a:sx n="72" d="100"/>
          <a:sy n="72" d="100"/>
        </p:scale>
        <p:origin x="855" y="3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Relationship Id="rId14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ayakumar R M" userId="277c74366abcb2b2" providerId="LiveId" clId="{9573DDE7-6D36-4A17-8EE9-8DD06162EA04}"/>
    <pc:docChg chg="undo custSel addSld modSld addSection delSection">
      <pc:chgData name="Jayakumar R M" userId="277c74366abcb2b2" providerId="LiveId" clId="{9573DDE7-6D36-4A17-8EE9-8DD06162EA04}" dt="2025-08-11T05:20:15.804" v="78" actId="20577"/>
      <pc:docMkLst>
        <pc:docMk/>
      </pc:docMkLst>
      <pc:sldChg chg="addSp delSp modSp new mod modClrScheme chgLayout">
        <pc:chgData name="Jayakumar R M" userId="277c74366abcb2b2" providerId="LiveId" clId="{9573DDE7-6D36-4A17-8EE9-8DD06162EA04}" dt="2025-08-11T05:20:15.804" v="78" actId="20577"/>
        <pc:sldMkLst>
          <pc:docMk/>
          <pc:sldMk cId="3588867864" sldId="262"/>
        </pc:sldMkLst>
        <pc:spChg chg="add del mod">
          <ac:chgData name="Jayakumar R M" userId="277c74366abcb2b2" providerId="LiveId" clId="{9573DDE7-6D36-4A17-8EE9-8DD06162EA04}" dt="2025-08-10T14:43:24.504" v="76" actId="255"/>
          <ac:spMkLst>
            <pc:docMk/>
            <pc:sldMk cId="3588867864" sldId="262"/>
            <ac:spMk id="2" creationId="{5012E599-FCD5-E1C6-B8AA-FBDBD7CC426E}"/>
          </ac:spMkLst>
        </pc:spChg>
        <pc:spChg chg="add">
          <ac:chgData name="Jayakumar R M" userId="277c74366abcb2b2" providerId="LiveId" clId="{9573DDE7-6D36-4A17-8EE9-8DD06162EA04}" dt="2025-08-10T14:37:27.969" v="2"/>
          <ac:spMkLst>
            <pc:docMk/>
            <pc:sldMk cId="3588867864" sldId="262"/>
            <ac:spMk id="3" creationId="{63EAADBD-60FF-D7C1-86E2-36F9801E95A6}"/>
          </ac:spMkLst>
        </pc:spChg>
        <pc:spChg chg="add">
          <ac:chgData name="Jayakumar R M" userId="277c74366abcb2b2" providerId="LiveId" clId="{9573DDE7-6D36-4A17-8EE9-8DD06162EA04}" dt="2025-08-10T14:37:27.969" v="2"/>
          <ac:spMkLst>
            <pc:docMk/>
            <pc:sldMk cId="3588867864" sldId="262"/>
            <ac:spMk id="4" creationId="{9EBB6F05-60C9-1C7B-8623-E765A4DAF773}"/>
          </ac:spMkLst>
        </pc:spChg>
        <pc:spChg chg="add">
          <ac:chgData name="Jayakumar R M" userId="277c74366abcb2b2" providerId="LiveId" clId="{9573DDE7-6D36-4A17-8EE9-8DD06162EA04}" dt="2025-08-10T14:37:27.969" v="2"/>
          <ac:spMkLst>
            <pc:docMk/>
            <pc:sldMk cId="3588867864" sldId="262"/>
            <ac:spMk id="5" creationId="{AF727327-6309-EFD2-344E-87131AEEA4EB}"/>
          </ac:spMkLst>
        </pc:spChg>
        <pc:spChg chg="add">
          <ac:chgData name="Jayakumar R M" userId="277c74366abcb2b2" providerId="LiveId" clId="{9573DDE7-6D36-4A17-8EE9-8DD06162EA04}" dt="2025-08-10T14:37:27.969" v="2"/>
          <ac:spMkLst>
            <pc:docMk/>
            <pc:sldMk cId="3588867864" sldId="262"/>
            <ac:spMk id="6" creationId="{A2A2FB31-0F13-B3C4-02D7-6E9BF156A87F}"/>
          </ac:spMkLst>
        </pc:spChg>
        <pc:spChg chg="add">
          <ac:chgData name="Jayakumar R M" userId="277c74366abcb2b2" providerId="LiveId" clId="{9573DDE7-6D36-4A17-8EE9-8DD06162EA04}" dt="2025-08-10T14:37:27.969" v="2"/>
          <ac:spMkLst>
            <pc:docMk/>
            <pc:sldMk cId="3588867864" sldId="262"/>
            <ac:spMk id="7" creationId="{8AC2C2B6-83F0-224C-C658-31F5139686BC}"/>
          </ac:spMkLst>
        </pc:spChg>
        <pc:spChg chg="add">
          <ac:chgData name="Jayakumar R M" userId="277c74366abcb2b2" providerId="LiveId" clId="{9573DDE7-6D36-4A17-8EE9-8DD06162EA04}" dt="2025-08-10T14:37:27.969" v="2"/>
          <ac:spMkLst>
            <pc:docMk/>
            <pc:sldMk cId="3588867864" sldId="262"/>
            <ac:spMk id="8" creationId="{E61C3294-69C9-4DA8-60CA-058AAB2427B8}"/>
          </ac:spMkLst>
        </pc:spChg>
        <pc:spChg chg="add">
          <ac:chgData name="Jayakumar R M" userId="277c74366abcb2b2" providerId="LiveId" clId="{9573DDE7-6D36-4A17-8EE9-8DD06162EA04}" dt="2025-08-10T14:37:27.969" v="2"/>
          <ac:spMkLst>
            <pc:docMk/>
            <pc:sldMk cId="3588867864" sldId="262"/>
            <ac:spMk id="9" creationId="{DB0FCE10-AA5F-E393-F512-53845D4908DB}"/>
          </ac:spMkLst>
        </pc:spChg>
        <pc:spChg chg="add">
          <ac:chgData name="Jayakumar R M" userId="277c74366abcb2b2" providerId="LiveId" clId="{9573DDE7-6D36-4A17-8EE9-8DD06162EA04}" dt="2025-08-10T14:37:43.924" v="6"/>
          <ac:spMkLst>
            <pc:docMk/>
            <pc:sldMk cId="3588867864" sldId="262"/>
            <ac:spMk id="10" creationId="{4B80D0B8-CDC7-E320-9819-185014B90C10}"/>
          </ac:spMkLst>
        </pc:spChg>
        <pc:spChg chg="add">
          <ac:chgData name="Jayakumar R M" userId="277c74366abcb2b2" providerId="LiveId" clId="{9573DDE7-6D36-4A17-8EE9-8DD06162EA04}" dt="2025-08-10T14:37:43.924" v="6"/>
          <ac:spMkLst>
            <pc:docMk/>
            <pc:sldMk cId="3588867864" sldId="262"/>
            <ac:spMk id="11" creationId="{DF85B47F-D7A0-2E14-DE3C-2ED425E88C9C}"/>
          </ac:spMkLst>
        </pc:spChg>
        <pc:spChg chg="add">
          <ac:chgData name="Jayakumar R M" userId="277c74366abcb2b2" providerId="LiveId" clId="{9573DDE7-6D36-4A17-8EE9-8DD06162EA04}" dt="2025-08-10T14:37:43.924" v="6"/>
          <ac:spMkLst>
            <pc:docMk/>
            <pc:sldMk cId="3588867864" sldId="262"/>
            <ac:spMk id="12" creationId="{72CC9270-7D1F-B955-C673-32C918CB0E0A}"/>
          </ac:spMkLst>
        </pc:spChg>
        <pc:spChg chg="add">
          <ac:chgData name="Jayakumar R M" userId="277c74366abcb2b2" providerId="LiveId" clId="{9573DDE7-6D36-4A17-8EE9-8DD06162EA04}" dt="2025-08-10T14:37:43.924" v="6"/>
          <ac:spMkLst>
            <pc:docMk/>
            <pc:sldMk cId="3588867864" sldId="262"/>
            <ac:spMk id="13" creationId="{F409779D-D8E0-06DE-052A-C927F8C72806}"/>
          </ac:spMkLst>
        </pc:spChg>
        <pc:spChg chg="add">
          <ac:chgData name="Jayakumar R M" userId="277c74366abcb2b2" providerId="LiveId" clId="{9573DDE7-6D36-4A17-8EE9-8DD06162EA04}" dt="2025-08-10T14:37:43.924" v="6"/>
          <ac:spMkLst>
            <pc:docMk/>
            <pc:sldMk cId="3588867864" sldId="262"/>
            <ac:spMk id="14" creationId="{B56B952F-1684-2592-5BA7-DDA2873FE67E}"/>
          </ac:spMkLst>
        </pc:spChg>
        <pc:spChg chg="add">
          <ac:chgData name="Jayakumar R M" userId="277c74366abcb2b2" providerId="LiveId" clId="{9573DDE7-6D36-4A17-8EE9-8DD06162EA04}" dt="2025-08-10T14:37:43.924" v="6"/>
          <ac:spMkLst>
            <pc:docMk/>
            <pc:sldMk cId="3588867864" sldId="262"/>
            <ac:spMk id="15" creationId="{C8F53B41-E28C-F438-9D26-E00031CA1C51}"/>
          </ac:spMkLst>
        </pc:spChg>
        <pc:spChg chg="add">
          <ac:chgData name="Jayakumar R M" userId="277c74366abcb2b2" providerId="LiveId" clId="{9573DDE7-6D36-4A17-8EE9-8DD06162EA04}" dt="2025-08-10T14:37:43.924" v="6"/>
          <ac:spMkLst>
            <pc:docMk/>
            <pc:sldMk cId="3588867864" sldId="262"/>
            <ac:spMk id="16" creationId="{5C51BEBD-F23C-16C9-630A-3E03C042A18B}"/>
          </ac:spMkLst>
        </pc:spChg>
        <pc:spChg chg="add del mod">
          <ac:chgData name="Jayakumar R M" userId="277c74366abcb2b2" providerId="LiveId" clId="{9573DDE7-6D36-4A17-8EE9-8DD06162EA04}" dt="2025-08-10T14:38:18.671" v="11" actId="47"/>
          <ac:spMkLst>
            <pc:docMk/>
            <pc:sldMk cId="3588867864" sldId="262"/>
            <ac:spMk id="17" creationId="{18A7FBB8-8746-3747-EFEB-C13B3F3150A9}"/>
          </ac:spMkLst>
        </pc:spChg>
        <pc:spChg chg="add">
          <ac:chgData name="Jayakumar R M" userId="277c74366abcb2b2" providerId="LiveId" clId="{9573DDE7-6D36-4A17-8EE9-8DD06162EA04}" dt="2025-08-10T14:37:52.629" v="8"/>
          <ac:spMkLst>
            <pc:docMk/>
            <pc:sldMk cId="3588867864" sldId="262"/>
            <ac:spMk id="18" creationId="{83346AAF-7A89-A886-3D6D-0DBAD38B34BB}"/>
          </ac:spMkLst>
        </pc:spChg>
        <pc:spChg chg="add">
          <ac:chgData name="Jayakumar R M" userId="277c74366abcb2b2" providerId="LiveId" clId="{9573DDE7-6D36-4A17-8EE9-8DD06162EA04}" dt="2025-08-10T14:37:52.629" v="8"/>
          <ac:spMkLst>
            <pc:docMk/>
            <pc:sldMk cId="3588867864" sldId="262"/>
            <ac:spMk id="19" creationId="{C7D90196-92EF-33E4-7469-DCA3B605344A}"/>
          </ac:spMkLst>
        </pc:spChg>
        <pc:spChg chg="add">
          <ac:chgData name="Jayakumar R M" userId="277c74366abcb2b2" providerId="LiveId" clId="{9573DDE7-6D36-4A17-8EE9-8DD06162EA04}" dt="2025-08-10T14:37:52.629" v="8"/>
          <ac:spMkLst>
            <pc:docMk/>
            <pc:sldMk cId="3588867864" sldId="262"/>
            <ac:spMk id="20" creationId="{232EA6CD-FDFD-61CC-F93C-39417B3D22D5}"/>
          </ac:spMkLst>
        </pc:spChg>
        <pc:spChg chg="add">
          <ac:chgData name="Jayakumar R M" userId="277c74366abcb2b2" providerId="LiveId" clId="{9573DDE7-6D36-4A17-8EE9-8DD06162EA04}" dt="2025-08-10T14:37:52.629" v="8"/>
          <ac:spMkLst>
            <pc:docMk/>
            <pc:sldMk cId="3588867864" sldId="262"/>
            <ac:spMk id="21" creationId="{760D4F02-DE51-B7F9-52C0-0B25DAEC1751}"/>
          </ac:spMkLst>
        </pc:spChg>
        <pc:spChg chg="add">
          <ac:chgData name="Jayakumar R M" userId="277c74366abcb2b2" providerId="LiveId" clId="{9573DDE7-6D36-4A17-8EE9-8DD06162EA04}" dt="2025-08-10T14:37:52.629" v="8"/>
          <ac:spMkLst>
            <pc:docMk/>
            <pc:sldMk cId="3588867864" sldId="262"/>
            <ac:spMk id="22" creationId="{14DFB927-3061-017E-7C54-3EE7F5A6B14A}"/>
          </ac:spMkLst>
        </pc:spChg>
        <pc:spChg chg="add">
          <ac:chgData name="Jayakumar R M" userId="277c74366abcb2b2" providerId="LiveId" clId="{9573DDE7-6D36-4A17-8EE9-8DD06162EA04}" dt="2025-08-10T14:37:52.629" v="8"/>
          <ac:spMkLst>
            <pc:docMk/>
            <pc:sldMk cId="3588867864" sldId="262"/>
            <ac:spMk id="23" creationId="{46FE118A-CC02-F25B-EF05-87843654E6CA}"/>
          </ac:spMkLst>
        </pc:spChg>
        <pc:spChg chg="add">
          <ac:chgData name="Jayakumar R M" userId="277c74366abcb2b2" providerId="LiveId" clId="{9573DDE7-6D36-4A17-8EE9-8DD06162EA04}" dt="2025-08-10T14:37:52.629" v="8"/>
          <ac:spMkLst>
            <pc:docMk/>
            <pc:sldMk cId="3588867864" sldId="262"/>
            <ac:spMk id="24" creationId="{B54E8BCA-DBF9-A739-94DF-F032EEAB655B}"/>
          </ac:spMkLst>
        </pc:spChg>
        <pc:spChg chg="add">
          <ac:chgData name="Jayakumar R M" userId="277c74366abcb2b2" providerId="LiveId" clId="{9573DDE7-6D36-4A17-8EE9-8DD06162EA04}" dt="2025-08-10T14:38:42.131" v="12"/>
          <ac:spMkLst>
            <pc:docMk/>
            <pc:sldMk cId="3588867864" sldId="262"/>
            <ac:spMk id="25" creationId="{6A7BD8C3-DA5D-7EBC-7671-336B4A89AECA}"/>
          </ac:spMkLst>
        </pc:spChg>
        <pc:spChg chg="add">
          <ac:chgData name="Jayakumar R M" userId="277c74366abcb2b2" providerId="LiveId" clId="{9573DDE7-6D36-4A17-8EE9-8DD06162EA04}" dt="2025-08-10T14:38:42.131" v="12"/>
          <ac:spMkLst>
            <pc:docMk/>
            <pc:sldMk cId="3588867864" sldId="262"/>
            <ac:spMk id="26" creationId="{6A4B0962-45D6-1C29-1159-4C00BEF308D9}"/>
          </ac:spMkLst>
        </pc:spChg>
        <pc:spChg chg="add">
          <ac:chgData name="Jayakumar R M" userId="277c74366abcb2b2" providerId="LiveId" clId="{9573DDE7-6D36-4A17-8EE9-8DD06162EA04}" dt="2025-08-10T14:38:42.131" v="12"/>
          <ac:spMkLst>
            <pc:docMk/>
            <pc:sldMk cId="3588867864" sldId="262"/>
            <ac:spMk id="27" creationId="{41B0033E-8886-2B71-D340-927232300C82}"/>
          </ac:spMkLst>
        </pc:spChg>
        <pc:spChg chg="add del mod ord">
          <ac:chgData name="Jayakumar R M" userId="277c74366abcb2b2" providerId="LiveId" clId="{9573DDE7-6D36-4A17-8EE9-8DD06162EA04}" dt="2025-08-10T14:39:23.337" v="17" actId="700"/>
          <ac:spMkLst>
            <pc:docMk/>
            <pc:sldMk cId="3588867864" sldId="262"/>
            <ac:spMk id="28" creationId="{14B8EECE-31B5-1743-7426-6DAA25C69BAF}"/>
          </ac:spMkLst>
        </pc:spChg>
        <pc:spChg chg="add del mod ord">
          <ac:chgData name="Jayakumar R M" userId="277c74366abcb2b2" providerId="LiveId" clId="{9573DDE7-6D36-4A17-8EE9-8DD06162EA04}" dt="2025-08-10T14:39:23.337" v="17" actId="700"/>
          <ac:spMkLst>
            <pc:docMk/>
            <pc:sldMk cId="3588867864" sldId="262"/>
            <ac:spMk id="29" creationId="{A65E1B83-32EC-727F-8C52-C999A5A40495}"/>
          </ac:spMkLst>
        </pc:spChg>
        <pc:spChg chg="add">
          <ac:chgData name="Jayakumar R M" userId="277c74366abcb2b2" providerId="LiveId" clId="{9573DDE7-6D36-4A17-8EE9-8DD06162EA04}" dt="2025-08-10T14:39:18.307" v="16"/>
          <ac:spMkLst>
            <pc:docMk/>
            <pc:sldMk cId="3588867864" sldId="262"/>
            <ac:spMk id="30" creationId="{9D996F74-49EA-969A-B931-3C20A4D87438}"/>
          </ac:spMkLst>
        </pc:spChg>
        <pc:spChg chg="add">
          <ac:chgData name="Jayakumar R M" userId="277c74366abcb2b2" providerId="LiveId" clId="{9573DDE7-6D36-4A17-8EE9-8DD06162EA04}" dt="2025-08-10T14:39:18.307" v="16"/>
          <ac:spMkLst>
            <pc:docMk/>
            <pc:sldMk cId="3588867864" sldId="262"/>
            <ac:spMk id="31" creationId="{E072263B-C114-04C7-909C-E504938F0BB8}"/>
          </ac:spMkLst>
        </pc:spChg>
        <pc:spChg chg="add">
          <ac:chgData name="Jayakumar R M" userId="277c74366abcb2b2" providerId="LiveId" clId="{9573DDE7-6D36-4A17-8EE9-8DD06162EA04}" dt="2025-08-10T14:39:18.307" v="16"/>
          <ac:spMkLst>
            <pc:docMk/>
            <pc:sldMk cId="3588867864" sldId="262"/>
            <ac:spMk id="32" creationId="{3216957E-809F-218B-C3FD-D34EC6341895}"/>
          </ac:spMkLst>
        </pc:spChg>
        <pc:spChg chg="add mod">
          <ac:chgData name="Jayakumar R M" userId="277c74366abcb2b2" providerId="LiveId" clId="{9573DDE7-6D36-4A17-8EE9-8DD06162EA04}" dt="2025-08-11T05:20:15.804" v="78" actId="20577"/>
          <ac:spMkLst>
            <pc:docMk/>
            <pc:sldMk cId="3588867864" sldId="262"/>
            <ac:spMk id="33" creationId="{B1768EB5-57D6-23DA-37EB-15139630C8F9}"/>
          </ac:spMkLst>
        </pc:spChg>
        <pc:spChg chg="add">
          <ac:chgData name="Jayakumar R M" userId="277c74366abcb2b2" providerId="LiveId" clId="{9573DDE7-6D36-4A17-8EE9-8DD06162EA04}" dt="2025-08-10T14:39:41.948" v="22"/>
          <ac:spMkLst>
            <pc:docMk/>
            <pc:sldMk cId="3588867864" sldId="262"/>
            <ac:spMk id="34" creationId="{D3B68D2A-98F0-C52E-D04F-DBD64D4B91B3}"/>
          </ac:spMkLst>
        </pc:spChg>
        <pc:spChg chg="add">
          <ac:chgData name="Jayakumar R M" userId="277c74366abcb2b2" providerId="LiveId" clId="{9573DDE7-6D36-4A17-8EE9-8DD06162EA04}" dt="2025-08-10T14:39:41.948" v="22"/>
          <ac:spMkLst>
            <pc:docMk/>
            <pc:sldMk cId="3588867864" sldId="262"/>
            <ac:spMk id="35" creationId="{7F84A42B-BC8F-1237-2238-2E50649F9093}"/>
          </ac:spMkLst>
        </pc:spChg>
        <pc:spChg chg="add">
          <ac:chgData name="Jayakumar R M" userId="277c74366abcb2b2" providerId="LiveId" clId="{9573DDE7-6D36-4A17-8EE9-8DD06162EA04}" dt="2025-08-10T14:39:41.948" v="22"/>
          <ac:spMkLst>
            <pc:docMk/>
            <pc:sldMk cId="3588867864" sldId="262"/>
            <ac:spMk id="36" creationId="{688107F2-9435-94EA-C3A3-6C3A2E594BE2}"/>
          </ac:spMkLst>
        </pc:spChg>
        <pc:spChg chg="add">
          <ac:chgData name="Jayakumar R M" userId="277c74366abcb2b2" providerId="LiveId" clId="{9573DDE7-6D36-4A17-8EE9-8DD06162EA04}" dt="2025-08-10T14:39:45.175" v="23"/>
          <ac:spMkLst>
            <pc:docMk/>
            <pc:sldMk cId="3588867864" sldId="262"/>
            <ac:spMk id="37" creationId="{8A9D3132-0320-84E1-C26C-E3C9BE082C09}"/>
          </ac:spMkLst>
        </pc:spChg>
        <pc:spChg chg="add">
          <ac:chgData name="Jayakumar R M" userId="277c74366abcb2b2" providerId="LiveId" clId="{9573DDE7-6D36-4A17-8EE9-8DD06162EA04}" dt="2025-08-10T14:39:45.175" v="23"/>
          <ac:spMkLst>
            <pc:docMk/>
            <pc:sldMk cId="3588867864" sldId="262"/>
            <ac:spMk id="38" creationId="{88C7EE6A-3EA5-3894-EE3D-885EED061459}"/>
          </ac:spMkLst>
        </pc:spChg>
        <pc:spChg chg="add">
          <ac:chgData name="Jayakumar R M" userId="277c74366abcb2b2" providerId="LiveId" clId="{9573DDE7-6D36-4A17-8EE9-8DD06162EA04}" dt="2025-08-10T14:39:45.175" v="23"/>
          <ac:spMkLst>
            <pc:docMk/>
            <pc:sldMk cId="3588867864" sldId="262"/>
            <ac:spMk id="39" creationId="{E6B41908-9BE3-7C55-CEAB-6AF430B9AB72}"/>
          </ac:spMkLst>
        </pc:spChg>
        <pc:spChg chg="add">
          <ac:chgData name="Jayakumar R M" userId="277c74366abcb2b2" providerId="LiveId" clId="{9573DDE7-6D36-4A17-8EE9-8DD06162EA04}" dt="2025-08-10T14:40:32.351" v="26"/>
          <ac:spMkLst>
            <pc:docMk/>
            <pc:sldMk cId="3588867864" sldId="262"/>
            <ac:spMk id="40" creationId="{A4CCA4E1-13E0-7E8E-39D6-41C469A73EB6}"/>
          </ac:spMkLst>
        </pc:spChg>
        <pc:spChg chg="add">
          <ac:chgData name="Jayakumar R M" userId="277c74366abcb2b2" providerId="LiveId" clId="{9573DDE7-6D36-4A17-8EE9-8DD06162EA04}" dt="2025-08-10T14:40:35.139" v="27"/>
          <ac:spMkLst>
            <pc:docMk/>
            <pc:sldMk cId="3588867864" sldId="262"/>
            <ac:spMk id="41" creationId="{B9A05CBF-AAB6-E806-7F8F-1A41C5A4FF89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roup 18"/>
          <p:cNvGrpSpPr/>
          <p:nvPr/>
        </p:nvGrpSpPr>
        <p:grpSpPr>
          <a:xfrm>
            <a:off x="546100" y="-4763"/>
            <a:ext cx="5014912" cy="6862763"/>
            <a:chOff x="2928938" y="-4763"/>
            <a:chExt cx="5014912" cy="6862763"/>
          </a:xfrm>
        </p:grpSpPr>
        <p:sp>
          <p:nvSpPr>
            <p:cNvPr id="22" name="Freeform 6"/>
            <p:cNvSpPr/>
            <p:nvPr/>
          </p:nvSpPr>
          <p:spPr bwMode="auto">
            <a:xfrm>
              <a:off x="3367088" y="-4763"/>
              <a:ext cx="1063625" cy="2782888"/>
            </a:xfrm>
            <a:custGeom>
              <a:avLst/>
              <a:gdLst/>
              <a:ahLst/>
              <a:cxnLst/>
              <a:rect l="0" t="0" r="r" b="b"/>
              <a:pathLst>
                <a:path w="670" h="1753">
                  <a:moveTo>
                    <a:pt x="0" y="1696"/>
                  </a:moveTo>
                  <a:lnTo>
                    <a:pt x="225" y="1753"/>
                  </a:lnTo>
                  <a:lnTo>
                    <a:pt x="670" y="0"/>
                  </a:lnTo>
                  <a:lnTo>
                    <a:pt x="430" y="0"/>
                  </a:lnTo>
                  <a:lnTo>
                    <a:pt x="0" y="169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23" name="Freeform 7"/>
            <p:cNvSpPr/>
            <p:nvPr/>
          </p:nvSpPr>
          <p:spPr bwMode="auto">
            <a:xfrm>
              <a:off x="2928938" y="-4763"/>
              <a:ext cx="1035050" cy="2673350"/>
            </a:xfrm>
            <a:custGeom>
              <a:avLst/>
              <a:gdLst/>
              <a:ahLst/>
              <a:cxnLst/>
              <a:rect l="0" t="0" r="r" b="b"/>
              <a:pathLst>
                <a:path w="652" h="1684">
                  <a:moveTo>
                    <a:pt x="225" y="1684"/>
                  </a:moveTo>
                  <a:lnTo>
                    <a:pt x="652" y="0"/>
                  </a:lnTo>
                  <a:lnTo>
                    <a:pt x="411" y="0"/>
                  </a:lnTo>
                  <a:lnTo>
                    <a:pt x="0" y="1627"/>
                  </a:lnTo>
                  <a:lnTo>
                    <a:pt x="219" y="1681"/>
                  </a:lnTo>
                  <a:lnTo>
                    <a:pt x="225" y="1684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</p:sp>
        <p:sp>
          <p:nvSpPr>
            <p:cNvPr id="24" name="Freeform 9"/>
            <p:cNvSpPr/>
            <p:nvPr/>
          </p:nvSpPr>
          <p:spPr bwMode="auto">
            <a:xfrm>
              <a:off x="2928938" y="2582862"/>
              <a:ext cx="2693987" cy="4275138"/>
            </a:xfrm>
            <a:custGeom>
              <a:avLst/>
              <a:gdLst/>
              <a:ahLst/>
              <a:cxnLst/>
              <a:rect l="0" t="0" r="r" b="b"/>
              <a:pathLst>
                <a:path w="1697" h="2693">
                  <a:moveTo>
                    <a:pt x="0" y="0"/>
                  </a:moveTo>
                  <a:lnTo>
                    <a:pt x="1622" y="2693"/>
                  </a:lnTo>
                  <a:lnTo>
                    <a:pt x="1697" y="26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</p:sp>
        <p:sp>
          <p:nvSpPr>
            <p:cNvPr id="25" name="Freeform 10"/>
            <p:cNvSpPr/>
            <p:nvPr/>
          </p:nvSpPr>
          <p:spPr bwMode="auto">
            <a:xfrm>
              <a:off x="3371850" y="2692400"/>
              <a:ext cx="3332162" cy="4165600"/>
            </a:xfrm>
            <a:custGeom>
              <a:avLst/>
              <a:gdLst/>
              <a:ahLst/>
              <a:cxnLst/>
              <a:rect l="0" t="0" r="r" b="b"/>
              <a:pathLst>
                <a:path w="2099" h="2624">
                  <a:moveTo>
                    <a:pt x="2099" y="2624"/>
                  </a:moveTo>
                  <a:lnTo>
                    <a:pt x="0" y="0"/>
                  </a:lnTo>
                  <a:lnTo>
                    <a:pt x="2021" y="2624"/>
                  </a:lnTo>
                  <a:lnTo>
                    <a:pt x="2099" y="2624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26" name="Freeform 11"/>
            <p:cNvSpPr/>
            <p:nvPr/>
          </p:nvSpPr>
          <p:spPr bwMode="auto">
            <a:xfrm>
              <a:off x="3367088" y="2687637"/>
              <a:ext cx="4576762" cy="4170363"/>
            </a:xfrm>
            <a:custGeom>
              <a:avLst/>
              <a:gdLst/>
              <a:ahLst/>
              <a:cxnLst/>
              <a:rect l="0" t="0" r="r" b="b"/>
              <a:pathLst>
                <a:path w="2883" h="2627">
                  <a:moveTo>
                    <a:pt x="0" y="0"/>
                  </a:moveTo>
                  <a:lnTo>
                    <a:pt x="3" y="3"/>
                  </a:lnTo>
                  <a:lnTo>
                    <a:pt x="2102" y="2627"/>
                  </a:lnTo>
                  <a:lnTo>
                    <a:pt x="2883" y="2627"/>
                  </a:lnTo>
                  <a:lnTo>
                    <a:pt x="225" y="5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27" name="Freeform 12"/>
            <p:cNvSpPr/>
            <p:nvPr/>
          </p:nvSpPr>
          <p:spPr bwMode="auto">
            <a:xfrm>
              <a:off x="2928938" y="2578100"/>
              <a:ext cx="3584575" cy="4279900"/>
            </a:xfrm>
            <a:custGeom>
              <a:avLst/>
              <a:gdLst/>
              <a:ahLst/>
              <a:cxnLst/>
              <a:rect l="0" t="0" r="r" b="b"/>
              <a:pathLst>
                <a:path w="2258" h="2696">
                  <a:moveTo>
                    <a:pt x="2258" y="2696"/>
                  </a:moveTo>
                  <a:lnTo>
                    <a:pt x="264" y="111"/>
                  </a:lnTo>
                  <a:lnTo>
                    <a:pt x="228" y="60"/>
                  </a:lnTo>
                  <a:lnTo>
                    <a:pt x="225" y="57"/>
                  </a:lnTo>
                  <a:lnTo>
                    <a:pt x="0" y="0"/>
                  </a:lnTo>
                  <a:lnTo>
                    <a:pt x="0" y="3"/>
                  </a:lnTo>
                  <a:lnTo>
                    <a:pt x="1697" y="2696"/>
                  </a:lnTo>
                  <a:lnTo>
                    <a:pt x="2258" y="2696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928401" y="1380068"/>
            <a:ext cx="8574622" cy="2616199"/>
          </a:xfrm>
        </p:spPr>
        <p:txBody>
          <a:bodyPr anchor="b">
            <a:normAutofit/>
          </a:bodyPr>
          <a:lstStyle>
            <a:lvl1pPr algn="r">
              <a:defRPr sz="60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515377" y="3996267"/>
            <a:ext cx="6987645" cy="1388534"/>
          </a:xfrm>
        </p:spPr>
        <p:txBody>
          <a:bodyPr anchor="t">
            <a:normAutofit/>
          </a:bodyPr>
          <a:lstStyle>
            <a:lvl1pPr marL="0" indent="0" algn="r">
              <a:buNone/>
              <a:defRPr sz="21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AB509F-CE03-4319-8F9C-3E0A33623421}" type="datetimeFigureOut">
              <a:rPr lang="en-IN" smtClean="0"/>
              <a:t>11-08-2025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332412" y="5883275"/>
            <a:ext cx="4324044" cy="365125"/>
          </a:xfrm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9E8645-2016-4BEC-8425-65D9CED74BA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5191407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AB509F-CE03-4319-8F9C-3E0A33623421}" type="datetimeFigureOut">
              <a:rPr lang="en-IN" smtClean="0"/>
              <a:t>11-08-2025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951856" y="5867131"/>
            <a:ext cx="551167" cy="365125"/>
          </a:xfrm>
        </p:spPr>
        <p:txBody>
          <a:bodyPr/>
          <a:lstStyle/>
          <a:p>
            <a:fld id="{FE9E8645-2016-4BEC-8425-65D9CED74BA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8102256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2279" y="2666999"/>
            <a:ext cx="8930747" cy="2110382"/>
          </a:xfrm>
        </p:spPr>
        <p:txBody>
          <a:bodyPr anchor="b"/>
          <a:lstStyle>
            <a:lvl1pPr algn="r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72278" y="4777381"/>
            <a:ext cx="8930748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AB509F-CE03-4319-8F9C-3E0A33623421}" type="datetimeFigureOut">
              <a:rPr lang="en-IN" smtClean="0"/>
              <a:t>11-08-2025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9E8645-2016-4BEC-8425-65D9CED74BA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8098069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1" y="685800"/>
            <a:ext cx="10018713" cy="175259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84312" y="2666999"/>
            <a:ext cx="4895055" cy="3124201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607967" y="2667000"/>
            <a:ext cx="4895056" cy="312420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AB509F-CE03-4319-8F9C-3E0A33623421}" type="datetimeFigureOut">
              <a:rPr lang="en-IN" smtClean="0"/>
              <a:t>11-08-2025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9E8645-2016-4BEC-8425-65D9CED74BA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0193085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72179" y="2658533"/>
            <a:ext cx="4607188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84311" y="3335337"/>
            <a:ext cx="4895056" cy="2455862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880487" y="2667000"/>
            <a:ext cx="4622537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607967" y="3335337"/>
            <a:ext cx="4895056" cy="2455862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AB509F-CE03-4319-8F9C-3E0A33623421}" type="datetimeFigureOut">
              <a:rPr lang="en-IN" smtClean="0"/>
              <a:t>11-08-2025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9E8645-2016-4BEC-8425-65D9CED74BA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5834879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AB509F-CE03-4319-8F9C-3E0A33623421}" type="datetimeFigureOut">
              <a:rPr lang="en-IN" smtClean="0"/>
              <a:t>11-08-2025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9E8645-2016-4BEC-8425-65D9CED74BA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3200012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AB509F-CE03-4319-8F9C-3E0A33623421}" type="datetimeFigureOut">
              <a:rPr lang="en-IN" smtClean="0"/>
              <a:t>11-08-2025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9E8645-2016-4BEC-8425-65D9CED74BA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674731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2" y="1600200"/>
            <a:ext cx="3549121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262033" y="685799"/>
            <a:ext cx="6240990" cy="5105401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4312" y="2971800"/>
            <a:ext cx="3549121" cy="1828800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AB509F-CE03-4319-8F9C-3E0A33623421}" type="datetimeFigureOut">
              <a:rPr lang="en-IN" smtClean="0"/>
              <a:t>11-08-2025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9E8645-2016-4BEC-8425-65D9CED74BA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8285552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2724" y="1752599"/>
            <a:ext cx="5426158" cy="1371600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594682" y="914400"/>
            <a:ext cx="3280974" cy="4572000"/>
          </a:xfrm>
          <a:prstGeom prst="roundRect">
            <a:avLst>
              <a:gd name="adj" fmla="val 42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2724" y="3124199"/>
            <a:ext cx="5426158" cy="1828800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AB509F-CE03-4319-8F9C-3E0A33623421}" type="datetimeFigureOut">
              <a:rPr lang="en-IN" smtClean="0"/>
              <a:t>11-08-2025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9E8645-2016-4BEC-8425-65D9CED74BA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064640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1" y="4732865"/>
            <a:ext cx="10018711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386012" y="932112"/>
            <a:ext cx="8225944" cy="3164976"/>
          </a:xfrm>
          <a:prstGeom prst="roundRect">
            <a:avLst>
              <a:gd name="adj" fmla="val 43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4311" y="5299603"/>
            <a:ext cx="10018711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AB509F-CE03-4319-8F9C-3E0A33623421}" type="datetimeFigureOut">
              <a:rPr lang="en-IN" smtClean="0"/>
              <a:t>11-08-2025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9E8645-2016-4BEC-8425-65D9CED74BA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466278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2" y="685800"/>
            <a:ext cx="10018711" cy="3048000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343400"/>
            <a:ext cx="10018713" cy="14478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AB509F-CE03-4319-8F9C-3E0A33623421}" type="datetimeFigureOut">
              <a:rPr lang="en-IN" smtClean="0"/>
              <a:t>11-08-2025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9E8645-2016-4BEC-8425-65D9CED74BA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2012159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1598612" y="863023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93425" y="2819399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08212" y="685800"/>
            <a:ext cx="8990012" cy="2743199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436811" y="3428999"/>
            <a:ext cx="8532815" cy="381000"/>
          </a:xfrm>
        </p:spPr>
        <p:txBody>
          <a:bodyPr anchor="ctr">
            <a:normAutofit/>
          </a:bodyPr>
          <a:lstStyle>
            <a:lvl1pPr marL="0" indent="0">
              <a:buFontTx/>
              <a:buNone/>
              <a:defRPr sz="18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1" y="4343400"/>
            <a:ext cx="10018711" cy="14478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AB509F-CE03-4319-8F9C-3E0A33623421}" type="datetimeFigureOut">
              <a:rPr lang="en-IN" smtClean="0"/>
              <a:t>11-08-2025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9E8645-2016-4BEC-8425-65D9CED74BA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8487140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3" y="3308581"/>
            <a:ext cx="10018709" cy="1468800"/>
          </a:xfrm>
        </p:spPr>
        <p:txBody>
          <a:bodyPr anchor="b">
            <a:normAutofit/>
          </a:bodyPr>
          <a:lstStyle>
            <a:lvl1pPr algn="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777381"/>
            <a:ext cx="10018710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AB509F-CE03-4319-8F9C-3E0A33623421}" type="datetimeFigureOut">
              <a:rPr lang="en-IN" smtClean="0"/>
              <a:t>11-08-2025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9E8645-2016-4BEC-8425-65D9CED74BA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8523031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1598612" y="863023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93425" y="2819399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08212" y="685800"/>
            <a:ext cx="8990012" cy="2743199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84313" y="3886200"/>
            <a:ext cx="10018710" cy="889000"/>
          </a:xfrm>
        </p:spPr>
        <p:txBody>
          <a:bodyPr vert="horz" lIns="91440" tIns="45720" rIns="91440" bIns="45720" rtlCol="0" anchor="b">
            <a:normAutofit/>
          </a:bodyPr>
          <a:lstStyle>
            <a:lvl1pPr algn="r">
              <a:buNone/>
              <a:defRPr lang="en-US" sz="24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775200"/>
            <a:ext cx="10018710" cy="1016000"/>
          </a:xfrm>
        </p:spPr>
        <p:txBody>
          <a:bodyPr anchor="t">
            <a:normAutofit/>
          </a:bodyPr>
          <a:lstStyle>
            <a:lvl1pPr marL="0" indent="0" algn="r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AB509F-CE03-4319-8F9C-3E0A33623421}" type="datetimeFigureOut">
              <a:rPr lang="en-IN" smtClean="0"/>
              <a:t>11-08-2025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9E8645-2016-4BEC-8425-65D9CED74BA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7752925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3" y="685800"/>
            <a:ext cx="10018712" cy="2727325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84312" y="3505200"/>
            <a:ext cx="10018713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8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1" y="4343400"/>
            <a:ext cx="10018713" cy="14478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AB509F-CE03-4319-8F9C-3E0A33623421}" type="datetimeFigureOut">
              <a:rPr lang="en-IN" smtClean="0"/>
              <a:t>11-08-2025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9E8645-2016-4BEC-8425-65D9CED74BA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2820469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AB509F-CE03-4319-8F9C-3E0A33623421}" type="datetimeFigureOut">
              <a:rPr lang="en-IN" smtClean="0"/>
              <a:t>11-08-2025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9E8645-2016-4BEC-8425-65D9CED74BA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7013904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732655" y="685800"/>
            <a:ext cx="1770369" cy="51054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84312" y="685800"/>
            <a:ext cx="8019742" cy="5105400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AB509F-CE03-4319-8F9C-3E0A33623421}" type="datetimeFigureOut">
              <a:rPr lang="en-IN" smtClean="0"/>
              <a:t>11-08-2025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9E8645-2016-4BEC-8425-65D9CED74BA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870656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150812" y="0"/>
            <a:ext cx="2436813" cy="6858001"/>
            <a:chOff x="1320800" y="0"/>
            <a:chExt cx="2436813" cy="6858001"/>
          </a:xfrm>
        </p:grpSpPr>
        <p:sp>
          <p:nvSpPr>
            <p:cNvPr id="8" name="Freeform 6"/>
            <p:cNvSpPr/>
            <p:nvPr/>
          </p:nvSpPr>
          <p:spPr bwMode="auto">
            <a:xfrm>
              <a:off x="1627188" y="0"/>
              <a:ext cx="1122363" cy="5329238"/>
            </a:xfrm>
            <a:custGeom>
              <a:avLst/>
              <a:gdLst/>
              <a:ahLst/>
              <a:cxnLst/>
              <a:rect l="0" t="0" r="r" b="b"/>
              <a:pathLst>
                <a:path w="707" h="3357">
                  <a:moveTo>
                    <a:pt x="0" y="3330"/>
                  </a:moveTo>
                  <a:lnTo>
                    <a:pt x="156" y="3357"/>
                  </a:lnTo>
                  <a:lnTo>
                    <a:pt x="707" y="0"/>
                  </a:lnTo>
                  <a:lnTo>
                    <a:pt x="547" y="0"/>
                  </a:lnTo>
                  <a:lnTo>
                    <a:pt x="0" y="333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9" name="Freeform 7"/>
            <p:cNvSpPr/>
            <p:nvPr/>
          </p:nvSpPr>
          <p:spPr bwMode="auto">
            <a:xfrm>
              <a:off x="1320800" y="0"/>
              <a:ext cx="1117600" cy="5276850"/>
            </a:xfrm>
            <a:custGeom>
              <a:avLst/>
              <a:gdLst/>
              <a:ahLst/>
              <a:cxnLst/>
              <a:rect l="0" t="0" r="r" b="b"/>
              <a:pathLst>
                <a:path w="704" h="3324">
                  <a:moveTo>
                    <a:pt x="704" y="0"/>
                  </a:moveTo>
                  <a:lnTo>
                    <a:pt x="545" y="0"/>
                  </a:lnTo>
                  <a:lnTo>
                    <a:pt x="0" y="3300"/>
                  </a:lnTo>
                  <a:lnTo>
                    <a:pt x="157" y="3324"/>
                  </a:lnTo>
                  <a:lnTo>
                    <a:pt x="704" y="0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</p:sp>
        <p:sp>
          <p:nvSpPr>
            <p:cNvPr id="10" name="Freeform 8"/>
            <p:cNvSpPr/>
            <p:nvPr/>
          </p:nvSpPr>
          <p:spPr bwMode="auto">
            <a:xfrm>
              <a:off x="1320800" y="5238750"/>
              <a:ext cx="1228725" cy="1619250"/>
            </a:xfrm>
            <a:custGeom>
              <a:avLst/>
              <a:gdLst/>
              <a:ahLst/>
              <a:cxnLst/>
              <a:rect l="0" t="0" r="r" b="b"/>
              <a:pathLst>
                <a:path w="774" h="1020">
                  <a:moveTo>
                    <a:pt x="0" y="0"/>
                  </a:moveTo>
                  <a:lnTo>
                    <a:pt x="740" y="1020"/>
                  </a:lnTo>
                  <a:lnTo>
                    <a:pt x="774" y="10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</p:sp>
        <p:sp>
          <p:nvSpPr>
            <p:cNvPr id="11" name="Freeform 9"/>
            <p:cNvSpPr/>
            <p:nvPr/>
          </p:nvSpPr>
          <p:spPr bwMode="auto">
            <a:xfrm>
              <a:off x="1627188" y="5291138"/>
              <a:ext cx="1495425" cy="1566863"/>
            </a:xfrm>
            <a:custGeom>
              <a:avLst/>
              <a:gdLst/>
              <a:ahLst/>
              <a:cxnLst/>
              <a:rect l="0" t="0" r="r" b="b"/>
              <a:pathLst>
                <a:path w="942" h="987">
                  <a:moveTo>
                    <a:pt x="0" y="0"/>
                  </a:moveTo>
                  <a:lnTo>
                    <a:pt x="909" y="987"/>
                  </a:lnTo>
                  <a:lnTo>
                    <a:pt x="942" y="98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12" name="Freeform 10"/>
            <p:cNvSpPr/>
            <p:nvPr/>
          </p:nvSpPr>
          <p:spPr bwMode="auto">
            <a:xfrm>
              <a:off x="1627188" y="5286375"/>
              <a:ext cx="2130425" cy="1571625"/>
            </a:xfrm>
            <a:custGeom>
              <a:avLst/>
              <a:gdLst/>
              <a:ahLst/>
              <a:cxnLst/>
              <a:rect l="0" t="0" r="r" b="b"/>
              <a:pathLst>
                <a:path w="1342" h="990">
                  <a:moveTo>
                    <a:pt x="0" y="3"/>
                  </a:moveTo>
                  <a:lnTo>
                    <a:pt x="942" y="990"/>
                  </a:lnTo>
                  <a:lnTo>
                    <a:pt x="1342" y="990"/>
                  </a:lnTo>
                  <a:lnTo>
                    <a:pt x="156" y="27"/>
                  </a:lnTo>
                  <a:lnTo>
                    <a:pt x="0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13" name="Freeform 11"/>
            <p:cNvSpPr/>
            <p:nvPr/>
          </p:nvSpPr>
          <p:spPr bwMode="auto">
            <a:xfrm>
              <a:off x="1320800" y="5238750"/>
              <a:ext cx="1695450" cy="1619250"/>
            </a:xfrm>
            <a:custGeom>
              <a:avLst/>
              <a:gdLst/>
              <a:ahLst/>
              <a:cxnLst/>
              <a:rect l="0" t="0" r="r" b="b"/>
              <a:pathLst>
                <a:path w="1068" h="1020">
                  <a:moveTo>
                    <a:pt x="1068" y="1020"/>
                  </a:moveTo>
                  <a:lnTo>
                    <a:pt x="184" y="60"/>
                  </a:lnTo>
                  <a:lnTo>
                    <a:pt x="154" y="27"/>
                  </a:lnTo>
                  <a:lnTo>
                    <a:pt x="157" y="27"/>
                  </a:lnTo>
                  <a:lnTo>
                    <a:pt x="157" y="24"/>
                  </a:lnTo>
                  <a:lnTo>
                    <a:pt x="154" y="24"/>
                  </a:lnTo>
                  <a:lnTo>
                    <a:pt x="0" y="0"/>
                  </a:lnTo>
                  <a:lnTo>
                    <a:pt x="0" y="0"/>
                  </a:lnTo>
                  <a:lnTo>
                    <a:pt x="774" y="1020"/>
                  </a:lnTo>
                  <a:lnTo>
                    <a:pt x="1068" y="1020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84311" y="685800"/>
            <a:ext cx="10018713" cy="1752599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0" y="2666999"/>
            <a:ext cx="10018713" cy="312420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0DAB509F-CE03-4319-8F9C-3E0A33623421}" type="datetimeFigureOut">
              <a:rPr lang="en-IN" smtClean="0"/>
              <a:t>11-08-2025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FE9E8645-2016-4BEC-8425-65D9CED74BA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936193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000" kern="1200" cap="none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2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20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8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242889-168E-4CB9-CC74-2D181AA6352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b="1" dirty="0">
                <a:solidFill>
                  <a:schemeClr val="accent1"/>
                </a:solidFill>
              </a:rPr>
              <a:t>DOCKER</a:t>
            </a:r>
            <a:endParaRPr lang="en-IN" sz="44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8AFCB9E-25A9-B4ED-41B3-943B6D70747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b="1" i="1" dirty="0"/>
              <a:t>Understanding Containers and Their Impact</a:t>
            </a:r>
            <a:endParaRPr lang="en-IN" b="1" i="1" dirty="0"/>
          </a:p>
        </p:txBody>
      </p:sp>
    </p:spTree>
    <p:extLst>
      <p:ext uri="{BB962C8B-B14F-4D97-AF65-F5344CB8AC3E}">
        <p14:creationId xmlns:p14="http://schemas.microsoft.com/office/powerpoint/2010/main" val="294501362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E8127E-9699-5775-032C-B7E7FFCB27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IN" dirty="0">
                <a:solidFill>
                  <a:schemeClr val="accent1"/>
                </a:solidFill>
              </a:rPr>
              <a:t>What is Docker?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0B52D643-DFE8-A35A-79E9-78A191764141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484310" y="2936440"/>
            <a:ext cx="9700091" cy="258532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Definition: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Docker is an open-source platform that enables developers to build, ship, and run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applications in a loosely isolated environment called containers.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Core Idea: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It packages software into standardized units (containers) that include everything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software needs to run: code, runtime, libraries, system tools, and settings.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Analogy: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Think of a container as a standardized shipping container. It holds your goods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(application and its dependencies) in a consistent way, allowing them to be transported and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deployed anywhere (any server, cloud, or local machine) without issues.</a:t>
            </a:r>
          </a:p>
        </p:txBody>
      </p:sp>
    </p:spTree>
    <p:extLst>
      <p:ext uri="{BB962C8B-B14F-4D97-AF65-F5344CB8AC3E}">
        <p14:creationId xmlns:p14="http://schemas.microsoft.com/office/powerpoint/2010/main" val="41702545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VM vs Docker. Greetings to all the corporate… | by Nikita Agarwal ...">
            <a:extLst>
              <a:ext uri="{FF2B5EF4-FFF2-40B4-BE49-F238E27FC236}">
                <a16:creationId xmlns:a16="http://schemas.microsoft.com/office/drawing/2014/main" id="{769E937F-044D-3522-E71C-AE357ED952C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21344" y="1345097"/>
            <a:ext cx="9819793" cy="45684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DE147DA6-4B39-77DB-EB74-0F4C2A255643}"/>
              </a:ext>
            </a:extLst>
          </p:cNvPr>
          <p:cNvSpPr txBox="1"/>
          <p:nvPr/>
        </p:nvSpPr>
        <p:spPr>
          <a:xfrm>
            <a:off x="6486940" y="3444671"/>
            <a:ext cx="8746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V/S</a:t>
            </a:r>
          </a:p>
        </p:txBody>
      </p:sp>
    </p:spTree>
    <p:extLst>
      <p:ext uri="{BB962C8B-B14F-4D97-AF65-F5344CB8AC3E}">
        <p14:creationId xmlns:p14="http://schemas.microsoft.com/office/powerpoint/2010/main" val="10920544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D1AFE92-BA50-384D-DEB8-DB49263BCF48}"/>
              </a:ext>
            </a:extLst>
          </p:cNvPr>
          <p:cNvSpPr txBox="1"/>
          <p:nvPr/>
        </p:nvSpPr>
        <p:spPr>
          <a:xfrm>
            <a:off x="2425148" y="655983"/>
            <a:ext cx="438646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600" b="1" dirty="0">
                <a:solidFill>
                  <a:schemeClr val="accent1"/>
                </a:solidFill>
              </a:rPr>
              <a:t>Docker Architecture</a:t>
            </a:r>
          </a:p>
        </p:txBody>
      </p:sp>
      <p:pic>
        <p:nvPicPr>
          <p:cNvPr id="3074" name="Picture 2" descr="Docker: Learn What Is Docker &amp; How Does It Work">
            <a:extLst>
              <a:ext uri="{FF2B5EF4-FFF2-40B4-BE49-F238E27FC236}">
                <a16:creationId xmlns:a16="http://schemas.microsoft.com/office/drawing/2014/main" id="{DDB21343-844A-8D7E-957D-244BD1F2AA3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84858" y="1601443"/>
            <a:ext cx="7639050" cy="47815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625635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FDD3BAB-35FF-88ED-D1DF-A0EE9543EA17}"/>
              </a:ext>
            </a:extLst>
          </p:cNvPr>
          <p:cNvSpPr txBox="1"/>
          <p:nvPr/>
        </p:nvSpPr>
        <p:spPr>
          <a:xfrm>
            <a:off x="1630018" y="622851"/>
            <a:ext cx="469122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3600" b="1" dirty="0">
                <a:solidFill>
                  <a:schemeClr val="accent1"/>
                </a:solidFill>
              </a:rPr>
              <a:t>Key Benefits of Docker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7685108-AAAA-BF3B-5FB8-B056DC31A820}"/>
              </a:ext>
            </a:extLst>
          </p:cNvPr>
          <p:cNvSpPr txBox="1"/>
          <p:nvPr/>
        </p:nvSpPr>
        <p:spPr>
          <a:xfrm>
            <a:off x="1630018" y="1702905"/>
            <a:ext cx="10455965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lvl="0" indent="-285750" defTabSz="9144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b="1" dirty="0"/>
              <a:t>Portability &amp; Consistency:</a:t>
            </a:r>
            <a:r>
              <a:rPr lang="en-US" altLang="en-US" dirty="0"/>
              <a:t> "Build once, run anywhere." Ensures applications behave consistently across all environments (development, staging, production).</a:t>
            </a:r>
          </a:p>
          <a:p>
            <a:pPr marL="285750" lvl="0" indent="-285750" defTabSz="9144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b="1" dirty="0"/>
              <a:t>Efficiency &amp; Lightweight:</a:t>
            </a:r>
            <a:r>
              <a:rPr lang="en-US" altLang="en-US" dirty="0"/>
              <a:t> Containers are much smaller and start faster than VMs, leading to better resource utilization.</a:t>
            </a:r>
          </a:p>
          <a:p>
            <a:pPr marL="285750" lvl="0" indent="-285750" defTabSz="9144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b="1" dirty="0"/>
              <a:t>Scalability:</a:t>
            </a:r>
            <a:r>
              <a:rPr lang="en-US" altLang="en-US" dirty="0"/>
              <a:t> Easy to scale applications horizontally by spinning up new container instances quickly. Tools like Docker Compose and Kubernetes simplify orchestration.</a:t>
            </a:r>
          </a:p>
          <a:p>
            <a:pPr marL="285750" lvl="0" indent="-285750" defTabSz="9144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b="1" dirty="0"/>
              <a:t>Isolation:</a:t>
            </a:r>
            <a:r>
              <a:rPr lang="en-US" altLang="en-US" dirty="0"/>
              <a:t> Each application runs in its own isolated environment, preventing conflicts and enhancing security.</a:t>
            </a:r>
          </a:p>
          <a:p>
            <a:pPr marL="285750" lvl="0" indent="-285750" defTabSz="9144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b="1" dirty="0"/>
              <a:t>Faster Development &amp; Deployment:</a:t>
            </a:r>
            <a:r>
              <a:rPr lang="en-US" altLang="en-US" dirty="0"/>
              <a:t> Streamlines CI/CD pipelines, automates builds and deployments, and reduces time to market.</a:t>
            </a:r>
          </a:p>
          <a:p>
            <a:pPr marL="285750" lvl="0" indent="-285750" defTabSz="9144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b="1" dirty="0"/>
              <a:t>Microservices Architecture:</a:t>
            </a:r>
            <a:r>
              <a:rPr lang="en-US" altLang="en-US" dirty="0"/>
              <a:t> Facilitates the development and deployment of microservices by allowing each service to run in its own container.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94172686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871A73C-D341-DD30-6EA5-D96C77627A8C}"/>
              </a:ext>
            </a:extLst>
          </p:cNvPr>
          <p:cNvSpPr txBox="1"/>
          <p:nvPr/>
        </p:nvSpPr>
        <p:spPr>
          <a:xfrm>
            <a:off x="2630556" y="1219200"/>
            <a:ext cx="7548861" cy="59093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# Use a lightweight Python 3.9 image as the base.</a:t>
            </a:r>
          </a:p>
          <a:p>
            <a:r>
              <a:rPr lang="en-US" b="1" dirty="0"/>
              <a:t>FROM python:3.9-slim-buster</a:t>
            </a:r>
          </a:p>
          <a:p>
            <a:br>
              <a:rPr lang="en-US" dirty="0"/>
            </a:br>
            <a:r>
              <a:rPr lang="en-US" dirty="0"/>
              <a:t># Set the working directory inside the container.</a:t>
            </a:r>
          </a:p>
          <a:p>
            <a:r>
              <a:rPr lang="en-US" b="1" dirty="0"/>
              <a:t>WORKDIR /app</a:t>
            </a:r>
          </a:p>
          <a:p>
            <a:br>
              <a:rPr lang="en-US" dirty="0"/>
            </a:br>
            <a:r>
              <a:rPr lang="en-US" dirty="0"/>
              <a:t># Copy the requirements.txt file into the container's working directory.</a:t>
            </a:r>
          </a:p>
          <a:p>
            <a:r>
              <a:rPr lang="en-US" b="1" dirty="0"/>
              <a:t>COPY requirements.txt .</a:t>
            </a:r>
          </a:p>
          <a:p>
            <a:br>
              <a:rPr lang="en-US" dirty="0"/>
            </a:br>
            <a:r>
              <a:rPr lang="en-US" dirty="0"/>
              <a:t># Install the Python dependencies listed in requirements.txt.</a:t>
            </a:r>
          </a:p>
          <a:p>
            <a:r>
              <a:rPr lang="en-US" b="1" dirty="0"/>
              <a:t>RUN pip install --no-cache-</a:t>
            </a:r>
            <a:r>
              <a:rPr lang="en-US" b="1" dirty="0" err="1"/>
              <a:t>dir</a:t>
            </a:r>
            <a:r>
              <a:rPr lang="en-US" b="1" dirty="0"/>
              <a:t> -r requirements.txt</a:t>
            </a:r>
          </a:p>
          <a:p>
            <a:br>
              <a:rPr lang="en-US" dirty="0"/>
            </a:br>
            <a:r>
              <a:rPr lang="en-US" dirty="0"/>
              <a:t># Copy the entire current directory (where the </a:t>
            </a:r>
            <a:r>
              <a:rPr lang="en-US" dirty="0" err="1"/>
              <a:t>Dockerfile</a:t>
            </a:r>
            <a:r>
              <a:rPr lang="en-US" dirty="0"/>
              <a:t> resides)</a:t>
            </a:r>
          </a:p>
          <a:p>
            <a:r>
              <a:rPr lang="en-US" b="1" dirty="0"/>
              <a:t>COPY . .</a:t>
            </a:r>
          </a:p>
          <a:p>
            <a:br>
              <a:rPr lang="en-US" dirty="0"/>
            </a:br>
            <a:r>
              <a:rPr lang="en-US" dirty="0"/>
              <a:t># Expose port 5000. This informs Docker that the container will listen</a:t>
            </a:r>
          </a:p>
          <a:p>
            <a:r>
              <a:rPr lang="en-US" b="1" dirty="0"/>
              <a:t>EXPOSE 5000</a:t>
            </a:r>
          </a:p>
          <a:p>
            <a:br>
              <a:rPr lang="en-US" dirty="0"/>
            </a:br>
            <a:r>
              <a:rPr lang="en-US" dirty="0"/>
              <a:t># Define the command to run the Flask application when the container starts.</a:t>
            </a:r>
          </a:p>
          <a:p>
            <a:r>
              <a:rPr lang="en-US" b="1" dirty="0"/>
              <a:t>CMD ["python", "app.py"]</a:t>
            </a:r>
          </a:p>
          <a:p>
            <a:endParaRPr lang="en-IN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8DF7877-C52F-3C48-84DF-DDCBF7B8AA34}"/>
              </a:ext>
            </a:extLst>
          </p:cNvPr>
          <p:cNvSpPr txBox="1"/>
          <p:nvPr/>
        </p:nvSpPr>
        <p:spPr>
          <a:xfrm>
            <a:off x="2484783" y="589722"/>
            <a:ext cx="176144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800" b="1" dirty="0" err="1">
                <a:solidFill>
                  <a:schemeClr val="accent1"/>
                </a:solidFill>
              </a:rPr>
              <a:t>Dockerfile</a:t>
            </a:r>
            <a:endParaRPr lang="en-IN" sz="2800" b="1" dirty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8564680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012E599-FCD5-E1C6-B8AA-FBDBD7CC426E}"/>
              </a:ext>
            </a:extLst>
          </p:cNvPr>
          <p:cNvSpPr txBox="1"/>
          <p:nvPr/>
        </p:nvSpPr>
        <p:spPr>
          <a:xfrm>
            <a:off x="1987826" y="1007165"/>
            <a:ext cx="346921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3200" b="1" dirty="0">
                <a:solidFill>
                  <a:schemeClr val="accent1"/>
                </a:solidFill>
              </a:rPr>
              <a:t>Docker commands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B1768EB5-57D6-23DA-37EB-15139630C8F9}"/>
              </a:ext>
            </a:extLst>
          </p:cNvPr>
          <p:cNvSpPr txBox="1"/>
          <p:nvPr/>
        </p:nvSpPr>
        <p:spPr>
          <a:xfrm>
            <a:off x="2172557" y="1901687"/>
            <a:ext cx="9475305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docker pull </a:t>
            </a:r>
            <a:r>
              <a:rPr lang="en-IN" dirty="0" err="1"/>
              <a:t>ubuntu:latest</a:t>
            </a:r>
            <a:endParaRPr lang="en-IN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docker build -t my-app:1.0 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docker images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docker </a:t>
            </a:r>
            <a:r>
              <a:rPr lang="en-IN" dirty="0" err="1"/>
              <a:t>rmi</a:t>
            </a:r>
            <a:r>
              <a:rPr lang="en-IN" dirty="0"/>
              <a:t> my-app:1.0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docker run -d -</a:t>
            </a:r>
            <a:r>
              <a:rPr lang="en-US"/>
              <a:t>p 8080:8080 </a:t>
            </a:r>
            <a:r>
              <a:rPr lang="en-US" dirty="0"/>
              <a:t>--name my-web-server nginx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docker </a:t>
            </a:r>
            <a:r>
              <a:rPr lang="en-IN" dirty="0" err="1"/>
              <a:t>ps</a:t>
            </a:r>
            <a:r>
              <a:rPr lang="en-IN" dirty="0"/>
              <a:t> –a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docker stop my-web-server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docker start my-web-server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docker restart my-web-server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docker rm my-web-server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docker exec -it my-web-server bash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docker logs -f my-web-server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docker inspect my-web-server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docker network ls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docker volume ls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588867864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Parallax">
  <a:themeElements>
    <a:clrScheme name="Blue II">
      <a:dk1>
        <a:sysClr val="windowText" lastClr="000000"/>
      </a:dk1>
      <a:lt1>
        <a:sysClr val="window" lastClr="FFFFFF"/>
      </a:lt1>
      <a:dk2>
        <a:srgbClr val="335B74"/>
      </a:dk2>
      <a:lt2>
        <a:srgbClr val="DFE3E5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6EAC1C"/>
      </a:hlink>
      <a:folHlink>
        <a:srgbClr val="B26B02"/>
      </a:folHlink>
    </a:clrScheme>
    <a:fontScheme name="Parallax">
      <a:maj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2007-2010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98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76000"/>
                <a:satMod val="180000"/>
              </a:schemeClr>
              <a:schemeClr val="phClr">
                <a:tint val="80000"/>
                <a:satMod val="120000"/>
                <a:lumMod val="18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arallax" id="{3388167B-A2EB-4685-9635-1831D9AEF8C4}" vid="{4F7A876A-7598-49CA-AFC8-8EDA2551E4A7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TM03457496[[fn=Parallax]]</Template>
  <TotalTime>68</TotalTime>
  <Words>450</Words>
  <Application>Microsoft Office PowerPoint</Application>
  <PresentationFormat>Widescreen</PresentationFormat>
  <Paragraphs>52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Corbel</vt:lpstr>
      <vt:lpstr>Parallax</vt:lpstr>
      <vt:lpstr>DOCKER</vt:lpstr>
      <vt:lpstr>What is Docker?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Jayakumar R M</dc:creator>
  <cp:lastModifiedBy>Jayakumar R M</cp:lastModifiedBy>
  <cp:revision>1</cp:revision>
  <dcterms:created xsi:type="dcterms:W3CDTF">2025-08-10T13:47:02Z</dcterms:created>
  <dcterms:modified xsi:type="dcterms:W3CDTF">2025-08-11T05:20:24Z</dcterms:modified>
</cp:coreProperties>
</file>